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bf9ff2257c492b" /><Relationship Type="http://schemas.openxmlformats.org/officeDocument/2006/relationships/extended-properties" Target="/docProps/app.xml" Id="R0d7cea5cbb1d4fd0" /><Relationship Type="http://schemas.openxmlformats.org/officeDocument/2006/relationships/officeDocument" Target="/ppt/presentation.xml" Id="Rdb1543a9e7134e32" /></Relationships>
</file>

<file path=ppt/presentation.xml><?xml version="1.0" encoding="utf-8"?>
<p:presentation xmlns:p="http://schemas.openxmlformats.org/presentationml/2006/main">
  <p:sldMasterIdLst>
    <p:sldMasterId xmlns:r="http://schemas.openxmlformats.org/officeDocument/2006/relationships" id="2147483648" r:id="R77a1d4300d614fe2"/>
  </p:sldMasterIdLst>
  <p:notesMasterIdLst>
    <p:notesMasterId xmlns:r="http://schemas.openxmlformats.org/officeDocument/2006/relationships" r:id="Rbaeaab1051504922"/>
  </p:notesMasterIdLst>
  <p:sldIdLst>
    <p:sldId xmlns:r="http://schemas.openxmlformats.org/officeDocument/2006/relationships" id="256" r:id="Rd659bae8414b4946"/>
    <p:sldId xmlns:r="http://schemas.openxmlformats.org/officeDocument/2006/relationships" id="257" r:id="R3e6cca44ee40493b"/>
    <p:sldId xmlns:r="http://schemas.openxmlformats.org/officeDocument/2006/relationships" id="258" r:id="R8e8196a36dab4a6e"/>
    <p:sldId xmlns:r="http://schemas.openxmlformats.org/officeDocument/2006/relationships" id="259" r:id="R68c80f8fe5de4522"/>
    <p:sldId xmlns:r="http://schemas.openxmlformats.org/officeDocument/2006/relationships" id="260" r:id="R6b0c7c7eb804462b"/>
    <p:sldId xmlns:r="http://schemas.openxmlformats.org/officeDocument/2006/relationships" id="261" r:id="R6c5921e310d245bb"/>
    <p:sldId xmlns:r="http://schemas.openxmlformats.org/officeDocument/2006/relationships" id="262" r:id="R3d85f703ab4d4be3"/>
    <p:sldId xmlns:r="http://schemas.openxmlformats.org/officeDocument/2006/relationships" id="263" r:id="Ra905ea6b13ca4b35"/>
    <p:sldId xmlns:r="http://schemas.openxmlformats.org/officeDocument/2006/relationships" id="264" r:id="Ra1b99096c12c4ffc"/>
    <p:sldId xmlns:r="http://schemas.openxmlformats.org/officeDocument/2006/relationships" id="265" r:id="R5c536565d4714478"/>
    <p:sldId xmlns:r="http://schemas.openxmlformats.org/officeDocument/2006/relationships" id="266" r:id="Rd5f5f28c65f74df1"/>
    <p:sldId xmlns:r="http://schemas.openxmlformats.org/officeDocument/2006/relationships" id="267" r:id="R2c55f718c8b24cdb"/>
    <p:sldId xmlns:r="http://schemas.openxmlformats.org/officeDocument/2006/relationships" id="268" r:id="Re525ec95044746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47948942e24aa2" /><Relationship Type="http://schemas.openxmlformats.org/officeDocument/2006/relationships/slideMaster" Target="/ppt/slideMasters/slideMaster1.xml" Id="R77a1d4300d614fe2" /><Relationship Type="http://schemas.openxmlformats.org/officeDocument/2006/relationships/notesMaster" Target="/ppt/notesMasters/notesMaster1.xml" Id="Rbaeaab1051504922" /><Relationship Type="http://schemas.openxmlformats.org/officeDocument/2006/relationships/presProps" Target="/ppt/presProps.xml" Id="Rde9509e9eb154664" /><Relationship Type="http://schemas.openxmlformats.org/officeDocument/2006/relationships/tableStyles" Target="/ppt/tableStyles.xml" Id="Rc406bc8394a64780" /><Relationship Type="http://schemas.openxmlformats.org/officeDocument/2006/relationships/slide" Target="/ppt/slides/slide1.xml" Id="Rd659bae8414b4946" /><Relationship Type="http://schemas.openxmlformats.org/officeDocument/2006/relationships/slide" Target="/ppt/slides/slide2.xml" Id="R3e6cca44ee40493b" /><Relationship Type="http://schemas.openxmlformats.org/officeDocument/2006/relationships/slide" Target="/ppt/slides/slide3.xml" Id="R8e8196a36dab4a6e" /><Relationship Type="http://schemas.openxmlformats.org/officeDocument/2006/relationships/slide" Target="/ppt/slides/slide4.xml" Id="R68c80f8fe5de4522" /><Relationship Type="http://schemas.openxmlformats.org/officeDocument/2006/relationships/slide" Target="/ppt/slides/slide5.xml" Id="R6b0c7c7eb804462b" /><Relationship Type="http://schemas.openxmlformats.org/officeDocument/2006/relationships/slide" Target="/ppt/slides/slide6.xml" Id="R6c5921e310d245bb" /><Relationship Type="http://schemas.openxmlformats.org/officeDocument/2006/relationships/slide" Target="/ppt/slides/slide7.xml" Id="R3d85f703ab4d4be3" /><Relationship Type="http://schemas.openxmlformats.org/officeDocument/2006/relationships/slide" Target="/ppt/slides/slide8.xml" Id="Ra905ea6b13ca4b35" /><Relationship Type="http://schemas.openxmlformats.org/officeDocument/2006/relationships/slide" Target="/ppt/slides/slide9.xml" Id="Ra1b99096c12c4ffc" /><Relationship Type="http://schemas.openxmlformats.org/officeDocument/2006/relationships/slide" Target="/ppt/slides/slide10.xml" Id="R5c536565d4714478" /><Relationship Type="http://schemas.openxmlformats.org/officeDocument/2006/relationships/slide" Target="/ppt/slides/slide11.xml" Id="Rd5f5f28c65f74df1" /><Relationship Type="http://schemas.openxmlformats.org/officeDocument/2006/relationships/slide" Target="/ppt/slides/slide12.xml" Id="R2c55f718c8b24cdb" /><Relationship Type="http://schemas.openxmlformats.org/officeDocument/2006/relationships/slide" Target="/ppt/slides/slide13.xml" Id="Re525ec95044746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061e5c64c94d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1d2365348a42f1" /><Relationship Type="http://schemas.openxmlformats.org/officeDocument/2006/relationships/notesMaster" Target="/ppt/notesMasters/notesMaster1.xml" Id="R8ccad9e14e0e4b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a7224d6e8c4439" /><Relationship Type="http://schemas.openxmlformats.org/officeDocument/2006/relationships/notesMaster" Target="/ppt/notesMasters/notesMaster1.xml" Id="Rbf5a64950c0c41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d79d08349e41e2" /><Relationship Type="http://schemas.openxmlformats.org/officeDocument/2006/relationships/notesMaster" Target="/ppt/notesMasters/notesMaster1.xml" Id="R15e8a215256245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149920eec144ca" /><Relationship Type="http://schemas.openxmlformats.org/officeDocument/2006/relationships/notesMaster" Target="/ppt/notesMasters/notesMaster1.xml" Id="R458a827a597a4d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b8ff6e817742eb" /><Relationship Type="http://schemas.openxmlformats.org/officeDocument/2006/relationships/notesMaster" Target="/ppt/notesMasters/notesMaster1.xml" Id="R5ff3b0e7543a44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457b7ff39f4590" /><Relationship Type="http://schemas.openxmlformats.org/officeDocument/2006/relationships/notesMaster" Target="/ppt/notesMasters/notesMaster1.xml" Id="Rcc8eba3d5d6042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71e286a1c94f99" /><Relationship Type="http://schemas.openxmlformats.org/officeDocument/2006/relationships/notesMaster" Target="/ppt/notesMasters/notesMaster1.xml" Id="R8240b10eba7e49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f4d5f1af044813" /><Relationship Type="http://schemas.openxmlformats.org/officeDocument/2006/relationships/notesMaster" Target="/ppt/notesMasters/notesMaster1.xml" Id="Rca646271915f49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8afd21b837453b" /><Relationship Type="http://schemas.openxmlformats.org/officeDocument/2006/relationships/notesMaster" Target="/ppt/notesMasters/notesMaster1.xml" Id="Rcc7bb847f2e948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ff4ec5ee574867" /><Relationship Type="http://schemas.openxmlformats.org/officeDocument/2006/relationships/notesMaster" Target="/ppt/notesMasters/notesMaster1.xml" Id="Re59f942ccbab40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8fb25291f94c4a" /><Relationship Type="http://schemas.openxmlformats.org/officeDocument/2006/relationships/notesMaster" Target="/ppt/notesMasters/notesMaster1.xml" Id="R3f773d8f74e741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3d2e79390c4abf" /><Relationship Type="http://schemas.openxmlformats.org/officeDocument/2006/relationships/notesMaster" Target="/ppt/notesMasters/notesMaster1.xml" Id="Rd415d3a61eab467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8f3e8630e8431c" /><Relationship Type="http://schemas.openxmlformats.org/officeDocument/2006/relationships/notesMaster" Target="/ppt/notesMasters/notesMaster1.xml" Id="Ra4b63fac20a243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/data/Projects/CAMS_2/00_book/figures/report/diagrams/dhcp-snooping-lab/topology-redrawn.png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/data/Projects/CAMS_2/00_report/contents/09_kich_ban_1_snooping.typ</a:t>
            </a:r>
          </a:p>
          <a:p xmlns:a="http://schemas.openxmlformats.org/drawingml/2006/main">
            <a:r>
              <a:t>/data/Projects/CAMS_2/00_book/figures/report/diagrams/dhcp-snooping-lab/r2_dhcp_success.png</a:t>
            </a:r>
          </a:p>
          <a:p xmlns:a="http://schemas.openxmlformats.org/drawingml/2006/main">
            <a:r>
              <a:t>/data/Projects/CAMS_2/00_book/figures/report/diagrams/dhcp-snooping-lab/r2-address-fake.png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/data/Projects/CAMS_2/00_report/contents/09_kich_ban_1_dai.typ</a:t>
            </a:r>
          </a:p>
          <a:p xmlns:a="http://schemas.openxmlformats.org/drawingml/2006/main">
            <a:r>
              <a:t>/data/Projects/CAMS_2/00_book/figures/report/diagrams/dai-lab/ping-before-after.png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/data/Projects/CAMS_2/00_report/contents/09_kich_ban_1_dai.typ</a:t>
            </a:r>
          </a:p>
          <a:p xmlns:a="http://schemas.openxmlformats.org/drawingml/2006/main">
            <a:r>
              <a:t>/data/Projects/CAMS_2/00_book/figures/report/diagrams/dai-lab/switch-drops-syslog.png</a:t>
            </a:r>
          </a:p>
          <a:p xmlns:a="http://schemas.openxmlformats.org/drawingml/2006/main">
            <a:r>
              <a:t>/data/Projects/CAMS_2/00_book/figures/report/diagrams/dai-lab/cams-syslog-alert.png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/data/Projects/CAMS_2/00_book/figures/report/diagrams/ospf-lab2-five-routers/topology-redrawn.png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/data/Projects/CAMS_2/00_book/figures/report/diagrams/ospf-lab2-five-routers/group-hosts.png</a:t>
            </a:r>
          </a:p>
          <a:p xmlns:a="http://schemas.openxmlformats.org/drawingml/2006/main">
            <a:r>
              <a:t>/data/Projects/CAMS_2/00_book/figures/report/diagrams/ospf-lab2-five-routers/group-networks.png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/data/Projects/CAMS_2/00_book/figures/report/diagrams/ospf-lab2-five-routers/verify-r1.png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/data/Projects/CAMS_2/00_book/figures/report/diagrams/ospf-lab2-five-routers/ping-pc8-pc10.png</a:t>
            </a:r>
          </a:p>
          <a:p xmlns:a="http://schemas.openxmlformats.org/drawingml/2006/main">
            <a:r>
              <a:t>/data/Projects/CAMS_2/00_book/figures/report/diagrams/ospf-lab2-five-routers/trace-pc8-pc10.png</a:t>
            </a:r>
          </a:p>
          <a:p xmlns:a="http://schemas.openxmlformats.org/drawingml/2006/main">
            <a:r>
              <a:t>ICMP type 3 code 3 ở chặng cuối UDP trace là phản hồi cổng không mở từ máy đích.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/data/Projects/CAMS_2/data/Projects/CAMS_2/.codex-artifacts/cams-lab-images-20261009/build/assets/syslog.png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/data/Projects/CAMS_2/00_book/figures/report/diagrams/syslog-lab/lv3.png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/data/Projects/CAMS_2/00_book/figures/report/diagrams/acl-lab5/topology-redrawn.png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/data/Projects/CAMS_2/00_report/contents/09_thu_nghiem_danh_gia.typ</a:t>
            </a:r>
          </a:p>
          <a:p xmlns:a="http://schemas.openxmlformats.org/drawingml/2006/main">
            <a:r>
              <a:t>/data/Projects/CAMS_2/00_report/Tai_lieu_lab/LAB5/ANH_CUA_LAB/6.png</a:t>
            </a:r>
          </a:p>
          <a:p xmlns:a="http://schemas.openxmlformats.org/drawingml/2006/main">
            <a:r>
              <a:t>/data/Projects/CAMS_2/00_report/Tai_lieu_lab/LAB5/ANH_CUA_LAB/7.png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/data/Projects/CAMS_2/data/Projects/CAMS_2/.codex-artifacts/cams-lab-images-20261009/build/assets/acl-log.png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365db3cd3540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f92333a8eb43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f3d95908d044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52f0b0863184d5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302fc7f541141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305dbc0e0947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169DB3-7B2A-4FE5-9592-7BD1072BAA1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980087-47B3-47EF-AB34-24815D90C82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3E65F42-6CBA-4302-BC63-D5EF5BB0C04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36FFD3-35CB-44E1-9A52-F7B5BA58F3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2CBA7F-4E26-47BC-A163-41CEC761369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ECF2D1B-79B5-42AE-BD07-FE5B83233D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252BF8-0EA0-4F8E-8A69-A01A311F1A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2E138D-D404-4BFF-B836-A79BF275DEB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93EC95-B71B-4D66-B7E3-640C875091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FD6D6C-CF3C-4174-AED3-86313F6C12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0a3c6a41b745da" /><Relationship Type="http://schemas.openxmlformats.org/officeDocument/2006/relationships/slideLayout" Target="/ppt/slideLayouts/slideLayout1.xml" Id="Rf5cb94e28aa24f6b" /><Relationship Type="http://schemas.openxmlformats.org/officeDocument/2006/relationships/slideLayout" Target="/ppt/slideLayouts/slideLayout2.xml" Id="R897054508e424f4a" /><Relationship Type="http://schemas.openxmlformats.org/officeDocument/2006/relationships/slideLayout" Target="/ppt/slideLayouts/slideLayout3.xml" Id="Reb6bf2e304aa417d" /><Relationship Type="http://schemas.openxmlformats.org/officeDocument/2006/relationships/slideLayout" Target="/ppt/slideLayouts/slideLayout4.xml" Id="R9808f7b527544162" /><Relationship Type="http://schemas.openxmlformats.org/officeDocument/2006/relationships/slideLayout" Target="/ppt/slideLayouts/slideLayout5.xml" Id="R4d48a412d41a40eb" /><Relationship Type="http://schemas.openxmlformats.org/officeDocument/2006/relationships/slideLayout" Target="/ppt/slideLayouts/slideLayout6.xml" Id="R9d7ea1836e8d47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cb94e28aa24f6b"/>
    <p:sldLayoutId xmlns:r="http://schemas.openxmlformats.org/officeDocument/2006/relationships" id="2147483650" r:id="R897054508e424f4a"/>
    <p:sldLayoutId xmlns:r="http://schemas.openxmlformats.org/officeDocument/2006/relationships" id="2147483651" r:id="Reb6bf2e304aa417d"/>
    <p:sldLayoutId xmlns:r="http://schemas.openxmlformats.org/officeDocument/2006/relationships" id="2147483652" r:id="R9808f7b527544162"/>
    <p:sldLayoutId xmlns:r="http://schemas.openxmlformats.org/officeDocument/2006/relationships" id="2147483653" r:id="R4d48a412d41a40eb"/>
    <p:sldLayoutId xmlns:r="http://schemas.openxmlformats.org/officeDocument/2006/relationships" id="2147483654" r:id="R9d7ea1836e8d47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1f3fa5f04d465d" /><Relationship Type="http://schemas.openxmlformats.org/officeDocument/2006/relationships/image" Target="/ppt/media/image.png" Id="Ra57d1d9b28c04f8a" /><Relationship Type="http://schemas.openxmlformats.org/officeDocument/2006/relationships/notesSlide" Target="/ppt/notesSlides/notesSlide1.xml" Id="R52f05466468449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bdc72668b664314" /><Relationship Type="http://schemas.openxmlformats.org/officeDocument/2006/relationships/image" Target="/ppt/media/image2.png" Id="Rfc567cb6ab014ba0" /><Relationship Type="http://schemas.openxmlformats.org/officeDocument/2006/relationships/image" Target="/ppt/media/image3.png" Id="R3b10476d0435421d" /><Relationship Type="http://schemas.openxmlformats.org/officeDocument/2006/relationships/notesSlide" Target="/ppt/notesSlides/notesSlide2.xml" Id="R7c968a390bcb4d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6e1e72144274b6e" /><Relationship Type="http://schemas.openxmlformats.org/officeDocument/2006/relationships/image" Target="/ppt/media/image4.png" Id="R6b6a97c022564810" /><Relationship Type="http://schemas.openxmlformats.org/officeDocument/2006/relationships/notesSlide" Target="/ppt/notesSlides/notesSlide3.xml" Id="R8c2218157e0549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45752aeeb5416f" /><Relationship Type="http://schemas.openxmlformats.org/officeDocument/2006/relationships/image" Target="/ppt/media/image5.png" Id="Re107029d66a44b40" /><Relationship Type="http://schemas.openxmlformats.org/officeDocument/2006/relationships/image" Target="/ppt/media/image6.png" Id="Ra9073938d8394a64" /><Relationship Type="http://schemas.openxmlformats.org/officeDocument/2006/relationships/notesSlide" Target="/ppt/notesSlides/notesSlide4.xml" Id="Ra35a00a5bfa844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5c7c9c522d4bbd" /><Relationship Type="http://schemas.openxmlformats.org/officeDocument/2006/relationships/image" Target="/ppt/media/image7.png" Id="Ree3e06696d1d4b50" /><Relationship Type="http://schemas.openxmlformats.org/officeDocument/2006/relationships/notesSlide" Target="/ppt/notesSlides/notesSlide5.xml" Id="Raa093c8e91104c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776fe8fb074fca" /><Relationship Type="http://schemas.openxmlformats.org/officeDocument/2006/relationships/image" Target="/ppt/media/image8.png" Id="R276ab7854eef4669" /><Relationship Type="http://schemas.openxmlformats.org/officeDocument/2006/relationships/image" Target="/ppt/media/image9.png" Id="R7c9b1b8a253c4608" /><Relationship Type="http://schemas.openxmlformats.org/officeDocument/2006/relationships/notesSlide" Target="/ppt/notesSlides/notesSlide6.xml" Id="Rfb681c1bb59e47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52a5f215adf466f" /><Relationship Type="http://schemas.openxmlformats.org/officeDocument/2006/relationships/image" Target="/ppt/media/image10.png" Id="Rfb2f385bd9544380" /><Relationship Type="http://schemas.openxmlformats.org/officeDocument/2006/relationships/image" Target="/ppt/media/image11.png" Id="R841dd817a90d40da" /><Relationship Type="http://schemas.openxmlformats.org/officeDocument/2006/relationships/notesSlide" Target="/ppt/notesSlides/notesSlide7.xml" Id="R4598262c679f4d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6029c4a23534941" /><Relationship Type="http://schemas.openxmlformats.org/officeDocument/2006/relationships/image" Target="/ppt/media/image12.png" Id="R35f0fecbe28b4a18" /><Relationship Type="http://schemas.openxmlformats.org/officeDocument/2006/relationships/image" Target="/ppt/media/image13.png" Id="Rbff189b1ab1d41b0" /><Relationship Type="http://schemas.openxmlformats.org/officeDocument/2006/relationships/notesSlide" Target="/ppt/notesSlides/notesSlide8.xml" Id="R4e03d2f765a749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5422d39778441e7" /><Relationship Type="http://schemas.openxmlformats.org/officeDocument/2006/relationships/image" Target="/ppt/media/image14.png" Id="Rd87001a9801a4a7a" /><Relationship Type="http://schemas.openxmlformats.org/officeDocument/2006/relationships/notesSlide" Target="/ppt/notesSlides/notesSlide9.xml" Id="R1740e6067c844e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8fc9f17d81c44e4" /><Relationship Type="http://schemas.openxmlformats.org/officeDocument/2006/relationships/image" Target="/ppt/media/image15.png" Id="Rf4607018398441bc" /><Relationship Type="http://schemas.openxmlformats.org/officeDocument/2006/relationships/notesSlide" Target="/ppt/notesSlides/notesSlide10.xml" Id="R2bf736f78bfc49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633367e25e744c7" /><Relationship Type="http://schemas.openxmlformats.org/officeDocument/2006/relationships/image" Target="/ppt/media/image16.png" Id="R6c06e06a2424409d" /><Relationship Type="http://schemas.openxmlformats.org/officeDocument/2006/relationships/notesSlide" Target="/ppt/notesSlides/notesSlide11.xml" Id="R50eb50d99b1645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e01d027220f46f4" /><Relationship Type="http://schemas.openxmlformats.org/officeDocument/2006/relationships/image" Target="/ppt/media/image17.png" Id="R84c854206bf04825" /><Relationship Type="http://schemas.openxmlformats.org/officeDocument/2006/relationships/image" Target="/ppt/media/image18.png" Id="Ra49419cb44ac43d6" /><Relationship Type="http://schemas.openxmlformats.org/officeDocument/2006/relationships/notesSlide" Target="/ppt/notesSlides/notesSlide12.xml" Id="Rac08dac01c8447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9cb84b40ee24f4f" /><Relationship Type="http://schemas.openxmlformats.org/officeDocument/2006/relationships/image" Target="/ppt/media/image19.png" Id="R2fddbc754be64b0f" /><Relationship Type="http://schemas.openxmlformats.org/officeDocument/2006/relationships/notesSlide" Target="/ppt/notesSlides/notesSlide13.xml" Id="R267b67fc3d6e4e0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A62E1E68-51CE-45DE-8B1F-1248D08C281F}"/>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DHCP SNOOPING / DAI</a:t>
            </a:r>
          </a:p>
        </p:txBody>
      </p:sp>
      <p:sp>
        <p:nvSpPr>
          <p:cNvPr id="2" name="text-2">
            <a:extLst xmlns:a="http://schemas.openxmlformats.org/drawingml/2006/main">
              <a:ext uri="{FF2B5EF4-FFF2-40B4-BE49-F238E27FC236}">
                <a16:creationId xmlns:a16="http://schemas.microsoft.com/office/drawing/2014/main" id="{3C641225-94E5-4755-A810-15966DB78222}"/>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kiểm thử DHCP Snooping</a:t>
            </a:r>
          </a:p>
        </p:txBody>
      </p:sp>
      <p:sp>
        <p:nvSpPr>
          <p:cNvPr id="3" name="text-3">
            <a:extLst xmlns:a="http://schemas.openxmlformats.org/drawingml/2006/main">
              <a:ext uri="{FF2B5EF4-FFF2-40B4-BE49-F238E27FC236}">
                <a16:creationId xmlns:a16="http://schemas.microsoft.com/office/drawing/2014/main" id="{3B89F4F7-BECC-4C47-B583-B13A80B704B6}"/>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R2 nhận DHCP qua SW1; lần lượt thay đổi cổng tin cậy của hai nguồn cấp.</a:t>
            </a:r>
          </a:p>
        </p:txBody>
      </p:sp>
      <p:sp>
        <p:nvSpPr>
          <p:cNvPr id="4" name="text-4">
            <a:extLst xmlns:a="http://schemas.openxmlformats.org/drawingml/2006/main">
              <a:ext uri="{FF2B5EF4-FFF2-40B4-BE49-F238E27FC236}">
                <a16:creationId xmlns:a16="http://schemas.microsoft.com/office/drawing/2014/main" id="{CB6B5701-5BEF-4820-9A46-B390D66AA358}"/>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01</a:t>
            </a:r>
          </a:p>
        </p:txBody>
      </p:sp>
      <p:pic>
        <p:nvPicPr>
          <p:cNvPr id="5" name="">
            <a:extLst xmlns:a="http://schemas.openxmlformats.org/drawingml/2006/main">
              <a:ext uri="{FF2B5EF4-FFF2-40B4-BE49-F238E27FC236}">
                <a16:creationId xmlns:a16="http://schemas.microsoft.com/office/drawing/2014/main" id="{C1D6AFCE-880C-4D9C-992D-70BC2B9CB538}"/>
              </a:ext>
            </a:extLst>
          </p:cNvPr>
          <p:cNvPicPr>
            <a:picLocks xmlns:a="http://schemas.openxmlformats.org/drawingml/2006/main" noChangeAspect="1"/>
          </p:cNvPicPr>
          <p:nvPr/>
        </p:nvPicPr>
        <p:blipFill>
          <a:blip xmlns:r="http://schemas.openxmlformats.org/officeDocument/2006/relationships" xmlns:a="http://schemas.openxmlformats.org/drawingml/2006/main" r:embed="Ra57d1d9b28c04f8a"/>
          <a:stretch xmlns:a="http://schemas.openxmlformats.org/drawingml/2006/main"/>
        </p:blipFill>
        <p:spPr>
          <a:xfrm xmlns:a="http://schemas.openxmlformats.org/drawingml/2006/main">
            <a:off x="2233083" y="1209675"/>
            <a:ext cx="7725833" cy="4867275"/>
          </a:xfrm>
          <a:prstGeom xmlns:a="http://schemas.openxmlformats.org/drawingml/2006/main" prst="rect">
            <a:avLst/>
          </a:prstGeom>
        </p:spPr>
      </p:pic>
    </p:spTree>
    <p:extLst>
      <p:ext uri="{BB962C8B-B14F-4D97-AF65-F5344CB8AC3E}">
        <p14:creationId xmlns:p14="http://schemas.microsoft.com/office/powerpoint/2010/main" val="12466046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5">
            <a:extLst xmlns:a="http://schemas.openxmlformats.org/drawingml/2006/main">
              <a:ext uri="{FF2B5EF4-FFF2-40B4-BE49-F238E27FC236}">
                <a16:creationId xmlns:a16="http://schemas.microsoft.com/office/drawing/2014/main" id="{2E62F2F3-D4A8-41D1-A779-009E593708E5}"/>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DHCP SNOOPING</a:t>
            </a:r>
          </a:p>
        </p:txBody>
      </p:sp>
      <p:sp>
        <p:nvSpPr>
          <p:cNvPr id="2" name="text-6">
            <a:extLst xmlns:a="http://schemas.openxmlformats.org/drawingml/2006/main">
              <a:ext uri="{FF2B5EF4-FFF2-40B4-BE49-F238E27FC236}">
                <a16:creationId xmlns:a16="http://schemas.microsoft.com/office/drawing/2014/main" id="{30116BB6-A35C-4F0E-BE8B-015FBF82365D}"/>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Địa chỉ nhận được khi đổi cổng tin cậy</a:t>
            </a:r>
          </a:p>
        </p:txBody>
      </p:sp>
      <p:sp>
        <p:nvSpPr>
          <p:cNvPr id="3" name="text-7">
            <a:extLst xmlns:a="http://schemas.openxmlformats.org/drawingml/2006/main">
              <a:ext uri="{FF2B5EF4-FFF2-40B4-BE49-F238E27FC236}">
                <a16:creationId xmlns:a16="http://schemas.microsoft.com/office/drawing/2014/main" id="{A4354AD0-A075-4830-9261-870C26451DEF}"/>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Nguồn cấp được chấp nhận phụ thuộc vào trạng thái tin cậy của cổng.</a:t>
            </a:r>
          </a:p>
        </p:txBody>
      </p:sp>
      <p:sp>
        <p:nvSpPr>
          <p:cNvPr id="4" name="text-8">
            <a:extLst xmlns:a="http://schemas.openxmlformats.org/drawingml/2006/main">
              <a:ext uri="{FF2B5EF4-FFF2-40B4-BE49-F238E27FC236}">
                <a16:creationId xmlns:a16="http://schemas.microsoft.com/office/drawing/2014/main" id="{554E534C-3EB3-466C-A55A-25E9DF34CF81}"/>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02</a:t>
            </a:r>
          </a:p>
        </p:txBody>
      </p:sp>
      <p:sp>
        <p:nvSpPr>
          <p:cNvPr id="5" name="text-9">
            <a:extLst xmlns:a="http://schemas.openxmlformats.org/drawingml/2006/main">
              <a:ext uri="{FF2B5EF4-FFF2-40B4-BE49-F238E27FC236}">
                <a16:creationId xmlns:a16="http://schemas.microsoft.com/office/drawing/2014/main" id="{B7349AAE-0A17-4A4A-987C-B21CEDEBDD32}"/>
              </a:ext>
            </a:extLst>
          </p:cNvPr>
          <p:cNvSpPr>
            <a:spLocks xmlns:a="http://schemas.openxmlformats.org/drawingml/2006/main" noGrp="1"/>
          </p:cNvSpPr>
          <p:nvPr/>
        </p:nvSpPr>
        <p:spPr>
          <a:xfrm xmlns:a="http://schemas.openxmlformats.org/drawingml/2006/main">
            <a:off x="381000" y="142875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12B"/>
                </a:solidFill>
                <a:latin typeface="Carlito"/>
                <a:ea typeface="Carlito"/>
                <a:cs typeface="Carlito"/>
              </a:defRPr>
            </a:defPPr>
          </a:lstStyle>
          <a:p xmlns:a="http://schemas.openxmlformats.org/drawingml/2006/main">
            <a:pPr algn="l">
              <a:defRPr sz="2100" b="1">
                <a:solidFill>
                  <a:srgbClr val="17212B"/>
                </a:solidFill>
                <a:latin typeface="Carlito"/>
                <a:ea typeface="Carlito"/>
                <a:cs typeface="Carlito"/>
              </a:defRPr>
            </a:pPr>
            <a:r>
              <a:rPr sz="2100" b="1">
                <a:solidFill>
                  <a:srgbClr val="17212B"/>
                </a:solidFill>
                <a:latin typeface="Carlito"/>
                <a:ea typeface="Carlito"/>
                <a:cs typeface="Carlito"/>
              </a:rPr>
              <a:t>Tin cậy Gi0/1 nối R1 → 192.168.10.4</a:t>
            </a:r>
          </a:p>
        </p:txBody>
      </p:sp>
      <p:pic>
        <p:nvPicPr>
          <p:cNvPr id="6" name="">
            <a:extLst xmlns:a="http://schemas.openxmlformats.org/drawingml/2006/main">
              <a:ext uri="{FF2B5EF4-FFF2-40B4-BE49-F238E27FC236}">
                <a16:creationId xmlns:a16="http://schemas.microsoft.com/office/drawing/2014/main" id="{4834D0FA-8DC7-41A0-9FCA-2FE2787346D9}"/>
              </a:ext>
            </a:extLst>
          </p:cNvPr>
          <p:cNvPicPr>
            <a:picLocks xmlns:a="http://schemas.openxmlformats.org/drawingml/2006/main" noChangeAspect="1"/>
          </p:cNvPicPr>
          <p:nvPr/>
        </p:nvPicPr>
        <p:blipFill>
          <a:blip xmlns:r="http://schemas.openxmlformats.org/officeDocument/2006/relationships" xmlns:a="http://schemas.openxmlformats.org/drawingml/2006/main" r:embed="Rfc567cb6ab014ba0"/>
          <a:stretch xmlns:a="http://schemas.openxmlformats.org/drawingml/2006/main"/>
        </p:blipFill>
        <p:spPr>
          <a:xfrm xmlns:a="http://schemas.openxmlformats.org/drawingml/2006/main">
            <a:off x="1726601" y="1914525"/>
            <a:ext cx="8738797" cy="2000250"/>
          </a:xfrm>
          <a:prstGeom xmlns:a="http://schemas.openxmlformats.org/drawingml/2006/main" prst="rect">
            <a:avLst/>
          </a:prstGeom>
        </p:spPr>
      </p:pic>
      <p:sp>
        <p:nvSpPr>
          <p:cNvPr id="7" name="text-10">
            <a:extLst xmlns:a="http://schemas.openxmlformats.org/drawingml/2006/main">
              <a:ext uri="{FF2B5EF4-FFF2-40B4-BE49-F238E27FC236}">
                <a16:creationId xmlns:a16="http://schemas.microsoft.com/office/drawing/2014/main" id="{ABF3824B-DF10-4F28-9981-94AB38596C29}"/>
              </a:ext>
            </a:extLst>
          </p:cNvPr>
          <p:cNvSpPr>
            <a:spLocks xmlns:a="http://schemas.openxmlformats.org/drawingml/2006/main" noGrp="1"/>
          </p:cNvSpPr>
          <p:nvPr/>
        </p:nvSpPr>
        <p:spPr>
          <a:xfrm xmlns:a="http://schemas.openxmlformats.org/drawingml/2006/main">
            <a:off x="381000" y="422910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12B"/>
                </a:solidFill>
                <a:latin typeface="Carlito"/>
                <a:ea typeface="Carlito"/>
                <a:cs typeface="Carlito"/>
              </a:defRPr>
            </a:defPPr>
          </a:lstStyle>
          <a:p xmlns:a="http://schemas.openxmlformats.org/drawingml/2006/main">
            <a:pPr algn="l">
              <a:defRPr sz="2100" b="1">
                <a:solidFill>
                  <a:srgbClr val="17212B"/>
                </a:solidFill>
                <a:latin typeface="Carlito"/>
                <a:ea typeface="Carlito"/>
                <a:cs typeface="Carlito"/>
              </a:defRPr>
            </a:pPr>
            <a:r>
              <a:rPr sz="2100" b="1">
                <a:solidFill>
                  <a:srgbClr val="17212B"/>
                </a:solidFill>
                <a:latin typeface="Carlito"/>
                <a:ea typeface="Carlito"/>
                <a:cs typeface="Carlito"/>
              </a:rPr>
              <a:t>Tin cậy Gi0/3 nối FAKE_DHCP → 192.168.66.100</a:t>
            </a:r>
          </a:p>
        </p:txBody>
      </p:sp>
      <p:pic>
        <p:nvPicPr>
          <p:cNvPr id="8" name="">
            <a:extLst xmlns:a="http://schemas.openxmlformats.org/drawingml/2006/main">
              <a:ext uri="{FF2B5EF4-FFF2-40B4-BE49-F238E27FC236}">
                <a16:creationId xmlns:a16="http://schemas.microsoft.com/office/drawing/2014/main" id="{DC196F93-2CFF-4C10-BA81-C29EAABF86A2}"/>
              </a:ext>
            </a:extLst>
          </p:cNvPr>
          <p:cNvPicPr>
            <a:picLocks xmlns:a="http://schemas.openxmlformats.org/drawingml/2006/main" noChangeAspect="1"/>
          </p:cNvPicPr>
          <p:nvPr/>
        </p:nvPicPr>
        <p:blipFill>
          <a:blip xmlns:r="http://schemas.openxmlformats.org/officeDocument/2006/relationships" xmlns:a="http://schemas.openxmlformats.org/drawingml/2006/main" r:embed="R3b10476d0435421d"/>
          <a:stretch xmlns:a="http://schemas.openxmlformats.org/drawingml/2006/main"/>
        </p:blipFill>
        <p:spPr>
          <a:xfrm xmlns:a="http://schemas.openxmlformats.org/drawingml/2006/main">
            <a:off x="2658208" y="4714875"/>
            <a:ext cx="6875585" cy="1295400"/>
          </a:xfrm>
          <a:prstGeom xmlns:a="http://schemas.openxmlformats.org/drawingml/2006/main" prst="rect">
            <a:avLst/>
          </a:prstGeom>
        </p:spPr>
      </p:pic>
    </p:spTree>
    <p:extLst>
      <p:ext uri="{BB962C8B-B14F-4D97-AF65-F5344CB8AC3E}">
        <p14:creationId xmlns:p14="http://schemas.microsoft.com/office/powerpoint/2010/main" val="656359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1">
            <a:extLst xmlns:a="http://schemas.openxmlformats.org/drawingml/2006/main">
              <a:ext uri="{FF2B5EF4-FFF2-40B4-BE49-F238E27FC236}">
                <a16:creationId xmlns:a16="http://schemas.microsoft.com/office/drawing/2014/main" id="{3A831D83-6385-4FCD-AAED-A07E309B07B1}"/>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12">
            <a:extLst xmlns:a="http://schemas.openxmlformats.org/drawingml/2006/main">
              <a:ext uri="{FF2B5EF4-FFF2-40B4-BE49-F238E27FC236}">
                <a16:creationId xmlns:a16="http://schemas.microsoft.com/office/drawing/2014/main" id="{20CBD425-07A6-4F40-9003-0CE04FA1F5CA}"/>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Đối chứng: DHCP hợp lệ và IP không khớp binding</a:t>
            </a:r>
          </a:p>
        </p:txBody>
      </p:sp>
      <p:sp>
        <p:nvSpPr>
          <p:cNvPr id="3" name="text-13">
            <a:extLst xmlns:a="http://schemas.openxmlformats.org/drawingml/2006/main">
              <a:ext uri="{FF2B5EF4-FFF2-40B4-BE49-F238E27FC236}">
                <a16:creationId xmlns:a16="http://schemas.microsoft.com/office/drawing/2014/main" id="{1A3823D5-305A-4104-98C7-A3AF037FEB88}"/>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IP 192.168.10.4: 5/5 hồi đáp · IP 192.168.10.250: 0/5 hồi đáp.</a:t>
            </a:r>
          </a:p>
        </p:txBody>
      </p:sp>
      <p:sp>
        <p:nvSpPr>
          <p:cNvPr id="4" name="text-14">
            <a:extLst xmlns:a="http://schemas.openxmlformats.org/drawingml/2006/main">
              <a:ext uri="{FF2B5EF4-FFF2-40B4-BE49-F238E27FC236}">
                <a16:creationId xmlns:a16="http://schemas.microsoft.com/office/drawing/2014/main" id="{C6B1E9C6-B002-43AF-AF31-0105DAA3472D}"/>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03</a:t>
            </a:r>
          </a:p>
        </p:txBody>
      </p:sp>
      <p:pic>
        <p:nvPicPr>
          <p:cNvPr id="5" name="">
            <a:extLst xmlns:a="http://schemas.openxmlformats.org/drawingml/2006/main">
              <a:ext uri="{FF2B5EF4-FFF2-40B4-BE49-F238E27FC236}">
                <a16:creationId xmlns:a16="http://schemas.microsoft.com/office/drawing/2014/main" id="{F032830F-541D-4638-AA80-48C1443B99CB}"/>
              </a:ext>
            </a:extLst>
          </p:cNvPr>
          <p:cNvPicPr>
            <a:picLocks xmlns:a="http://schemas.openxmlformats.org/drawingml/2006/main" noChangeAspect="1"/>
          </p:cNvPicPr>
          <p:nvPr/>
        </p:nvPicPr>
        <p:blipFill>
          <a:blip xmlns:r="http://schemas.openxmlformats.org/officeDocument/2006/relationships" xmlns:a="http://schemas.openxmlformats.org/drawingml/2006/main" r:embed="R6b6a97c022564810"/>
          <a:stretch xmlns:a="http://schemas.openxmlformats.org/drawingml/2006/main"/>
        </p:blipFill>
        <p:spPr>
          <a:xfrm xmlns:a="http://schemas.openxmlformats.org/drawingml/2006/main">
            <a:off x="992633" y="1228725"/>
            <a:ext cx="10206733" cy="4857750"/>
          </a:xfrm>
          <a:prstGeom xmlns:a="http://schemas.openxmlformats.org/drawingml/2006/main" prst="rect">
            <a:avLst/>
          </a:prstGeom>
        </p:spPr>
      </p:pic>
    </p:spTree>
    <p:extLst>
      <p:ext uri="{BB962C8B-B14F-4D97-AF65-F5344CB8AC3E}">
        <p14:creationId xmlns:p14="http://schemas.microsoft.com/office/powerpoint/2010/main" val="21384541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5">
            <a:extLst xmlns:a="http://schemas.openxmlformats.org/drawingml/2006/main">
              <a:ext uri="{FF2B5EF4-FFF2-40B4-BE49-F238E27FC236}">
                <a16:creationId xmlns:a16="http://schemas.microsoft.com/office/drawing/2014/main" id="{C75FE29B-048A-4532-AB21-DE0539065174}"/>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16">
            <a:extLst xmlns:a="http://schemas.openxmlformats.org/drawingml/2006/main">
              <a:ext uri="{FF2B5EF4-FFF2-40B4-BE49-F238E27FC236}">
                <a16:creationId xmlns:a16="http://schemas.microsoft.com/office/drawing/2014/main" id="{B403391E-ADD0-480D-BDE1-0D6256F4ACFE}"/>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Bộ đếm vi phạm và cảnh báo trên CAMS</a:t>
            </a:r>
          </a:p>
        </p:txBody>
      </p:sp>
      <p:sp>
        <p:nvSpPr>
          <p:cNvPr id="3" name="text-17">
            <a:extLst xmlns:a="http://schemas.openxmlformats.org/drawingml/2006/main">
              <a:ext uri="{FF2B5EF4-FFF2-40B4-BE49-F238E27FC236}">
                <a16:creationId xmlns:a16="http://schemas.microsoft.com/office/drawing/2014/main" id="{56B3321C-5CEE-462B-B624-F7CF2C246CAF}"/>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DAI loại bỏ ARP sai; CAMS tiếp nhận Syslog và sinh cảnh báo tương ứng.</a:t>
            </a:r>
          </a:p>
        </p:txBody>
      </p:sp>
      <p:sp>
        <p:nvSpPr>
          <p:cNvPr id="4" name="text-18">
            <a:extLst xmlns:a="http://schemas.openxmlformats.org/drawingml/2006/main">
              <a:ext uri="{FF2B5EF4-FFF2-40B4-BE49-F238E27FC236}">
                <a16:creationId xmlns:a16="http://schemas.microsoft.com/office/drawing/2014/main" id="{588C9F13-FD92-4DC2-BDD0-EBD884CF7A57}"/>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04</a:t>
            </a:r>
          </a:p>
        </p:txBody>
      </p:sp>
      <p:pic>
        <p:nvPicPr>
          <p:cNvPr id="5" name="">
            <a:extLst xmlns:a="http://schemas.openxmlformats.org/drawingml/2006/main">
              <a:ext uri="{FF2B5EF4-FFF2-40B4-BE49-F238E27FC236}">
                <a16:creationId xmlns:a16="http://schemas.microsoft.com/office/drawing/2014/main" id="{377C273B-4978-4999-AD8B-CE2B470D95FD}"/>
              </a:ext>
            </a:extLst>
          </p:cNvPr>
          <p:cNvPicPr>
            <a:picLocks xmlns:a="http://schemas.openxmlformats.org/drawingml/2006/main" noChangeAspect="1"/>
          </p:cNvPicPr>
          <p:nvPr/>
        </p:nvPicPr>
        <p:blipFill>
          <a:blip xmlns:r="http://schemas.openxmlformats.org/officeDocument/2006/relationships" xmlns:a="http://schemas.openxmlformats.org/drawingml/2006/main" r:embed="Re107029d66a44b40"/>
          <a:stretch xmlns:a="http://schemas.openxmlformats.org/drawingml/2006/main"/>
        </p:blipFill>
        <p:spPr>
          <a:xfrm xmlns:a="http://schemas.openxmlformats.org/drawingml/2006/main">
            <a:off x="2531341" y="1238250"/>
            <a:ext cx="7129318" cy="2476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62BC22FD-BB85-4DD2-A0AF-AB53F66C4181}"/>
              </a:ext>
            </a:extLst>
          </p:cNvPr>
          <p:cNvPicPr>
            <a:picLocks xmlns:a="http://schemas.openxmlformats.org/drawingml/2006/main" noChangeAspect="1"/>
          </p:cNvPicPr>
          <p:nvPr/>
        </p:nvPicPr>
        <p:blipFill>
          <a:blip xmlns:r="http://schemas.openxmlformats.org/officeDocument/2006/relationships" xmlns:a="http://schemas.openxmlformats.org/drawingml/2006/main" r:embed="Ra9073938d8394a64"/>
          <a:stretch xmlns:a="http://schemas.openxmlformats.org/drawingml/2006/main"/>
        </p:blipFill>
        <p:spPr>
          <a:xfrm xmlns:a="http://schemas.openxmlformats.org/drawingml/2006/main">
            <a:off x="993859" y="3857625"/>
            <a:ext cx="10204283" cy="2190750"/>
          </a:xfrm>
          <a:prstGeom xmlns:a="http://schemas.openxmlformats.org/drawingml/2006/main" prst="rect">
            <a:avLst/>
          </a:prstGeom>
        </p:spPr>
      </p:pic>
    </p:spTree>
    <p:extLst>
      <p:ext uri="{BB962C8B-B14F-4D97-AF65-F5344CB8AC3E}">
        <p14:creationId xmlns:p14="http://schemas.microsoft.com/office/powerpoint/2010/main" val="15263580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9">
            <a:extLst xmlns:a="http://schemas.openxmlformats.org/drawingml/2006/main">
              <a:ext uri="{FF2B5EF4-FFF2-40B4-BE49-F238E27FC236}">
                <a16:creationId xmlns:a16="http://schemas.microsoft.com/office/drawing/2014/main" id="{DD5C8EE5-C21E-4811-BBEC-CD3D85209DCA}"/>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20">
            <a:extLst xmlns:a="http://schemas.openxmlformats.org/drawingml/2006/main">
              <a:ext uri="{FF2B5EF4-FFF2-40B4-BE49-F238E27FC236}">
                <a16:creationId xmlns:a16="http://schemas.microsoft.com/office/drawing/2014/main" id="{AD33882C-4459-41F3-A483-617489AC37CB}"/>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OSPF trên 5 router</a:t>
            </a:r>
          </a:p>
        </p:txBody>
      </p:sp>
      <p:sp>
        <p:nvSpPr>
          <p:cNvPr id="3" name="text-21">
            <a:extLst xmlns:a="http://schemas.openxmlformats.org/drawingml/2006/main">
              <a:ext uri="{FF2B5EF4-FFF2-40B4-BE49-F238E27FC236}">
                <a16:creationId xmlns:a16="http://schemas.microsoft.com/office/drawing/2014/main" id="{84D05727-7B88-49BC-AF77-80DA03F688A7}"/>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Ba LAN thử nghiệm; mạng quản trị 192.168.122.0/24 không tham gia OSPF.</a:t>
            </a:r>
          </a:p>
        </p:txBody>
      </p:sp>
      <p:sp>
        <p:nvSpPr>
          <p:cNvPr id="4" name="text-22">
            <a:extLst xmlns:a="http://schemas.openxmlformats.org/drawingml/2006/main">
              <a:ext uri="{FF2B5EF4-FFF2-40B4-BE49-F238E27FC236}">
                <a16:creationId xmlns:a16="http://schemas.microsoft.com/office/drawing/2014/main" id="{4FF46033-FE70-4C91-BC42-D2AAEF683CED}"/>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05</a:t>
            </a:r>
          </a:p>
        </p:txBody>
      </p:sp>
      <p:pic>
        <p:nvPicPr>
          <p:cNvPr id="5" name="">
            <a:extLst xmlns:a="http://schemas.openxmlformats.org/drawingml/2006/main">
              <a:ext uri="{FF2B5EF4-FFF2-40B4-BE49-F238E27FC236}">
                <a16:creationId xmlns:a16="http://schemas.microsoft.com/office/drawing/2014/main" id="{F9657C0B-D908-433B-A9DD-02955749931D}"/>
              </a:ext>
            </a:extLst>
          </p:cNvPr>
          <p:cNvPicPr>
            <a:picLocks xmlns:a="http://schemas.openxmlformats.org/drawingml/2006/main" noChangeAspect="1"/>
          </p:cNvPicPr>
          <p:nvPr/>
        </p:nvPicPr>
        <p:blipFill>
          <a:blip xmlns:r="http://schemas.openxmlformats.org/officeDocument/2006/relationships" xmlns:a="http://schemas.openxmlformats.org/drawingml/2006/main" r:embed="Ree3e06696d1d4b50"/>
          <a:stretch xmlns:a="http://schemas.openxmlformats.org/drawingml/2006/main"/>
        </p:blipFill>
        <p:spPr>
          <a:xfrm xmlns:a="http://schemas.openxmlformats.org/drawingml/2006/main">
            <a:off x="2757168" y="1209675"/>
            <a:ext cx="6677664" cy="4867275"/>
          </a:xfrm>
          <a:prstGeom xmlns:a="http://schemas.openxmlformats.org/drawingml/2006/main" prst="rect">
            <a:avLst/>
          </a:prstGeom>
        </p:spPr>
      </p:pic>
    </p:spTree>
    <p:extLst>
      <p:ext uri="{BB962C8B-B14F-4D97-AF65-F5344CB8AC3E}">
        <p14:creationId xmlns:p14="http://schemas.microsoft.com/office/powerpoint/2010/main" val="12070537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23">
            <a:extLst xmlns:a="http://schemas.openxmlformats.org/drawingml/2006/main">
              <a:ext uri="{FF2B5EF4-FFF2-40B4-BE49-F238E27FC236}">
                <a16:creationId xmlns:a16="http://schemas.microsoft.com/office/drawing/2014/main" id="{B91A8838-3888-4893-A1FD-8D9081950542}"/>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24">
            <a:extLst xmlns:a="http://schemas.openxmlformats.org/drawingml/2006/main">
              <a:ext uri="{FF2B5EF4-FFF2-40B4-BE49-F238E27FC236}">
                <a16:creationId xmlns:a16="http://schemas.microsoft.com/office/drawing/2014/main" id="{A4BCA6BE-816A-45CF-8059-9F93B7B4A44F}"/>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Khai báo nhóm và chọn mạng trên CAMS</a:t>
            </a:r>
          </a:p>
        </p:txBody>
      </p:sp>
      <p:sp>
        <p:nvSpPr>
          <p:cNvPr id="3" name="text-25">
            <a:extLst xmlns:a="http://schemas.openxmlformats.org/drawingml/2006/main">
              <a:ext uri="{FF2B5EF4-FFF2-40B4-BE49-F238E27FC236}">
                <a16:creationId xmlns:a16="http://schemas.microsoft.com/office/drawing/2014/main" id="{9D405246-7846-4E97-B215-6F04D6743052}"/>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Chọn R1–R5, chọn mạng nghiệp vụ và gửi cấu hình qua Save &amp; Push.</a:t>
            </a:r>
          </a:p>
        </p:txBody>
      </p:sp>
      <p:sp>
        <p:nvSpPr>
          <p:cNvPr id="4" name="text-26">
            <a:extLst xmlns:a="http://schemas.openxmlformats.org/drawingml/2006/main">
              <a:ext uri="{FF2B5EF4-FFF2-40B4-BE49-F238E27FC236}">
                <a16:creationId xmlns:a16="http://schemas.microsoft.com/office/drawing/2014/main" id="{8E2AAAFE-CA8E-4F63-99A8-73E8EB82C0C3}"/>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06</a:t>
            </a:r>
          </a:p>
        </p:txBody>
      </p:sp>
      <p:pic>
        <p:nvPicPr>
          <p:cNvPr id="5" name="">
            <a:extLst xmlns:a="http://schemas.openxmlformats.org/drawingml/2006/main">
              <a:ext uri="{FF2B5EF4-FFF2-40B4-BE49-F238E27FC236}">
                <a16:creationId xmlns:a16="http://schemas.microsoft.com/office/drawing/2014/main" id="{6401E174-0B78-4D2F-860B-BF4F057A07A4}"/>
              </a:ext>
            </a:extLst>
          </p:cNvPr>
          <p:cNvPicPr>
            <a:picLocks xmlns:a="http://schemas.openxmlformats.org/drawingml/2006/main" noChangeAspect="1"/>
          </p:cNvPicPr>
          <p:nvPr/>
        </p:nvPicPr>
        <p:blipFill>
          <a:blip xmlns:r="http://schemas.openxmlformats.org/officeDocument/2006/relationships" xmlns:a="http://schemas.openxmlformats.org/drawingml/2006/main" r:embed="R276ab7854eef4669"/>
          <a:stretch xmlns:a="http://schemas.openxmlformats.org/drawingml/2006/main"/>
        </p:blipFill>
        <p:spPr>
          <a:xfrm xmlns:a="http://schemas.openxmlformats.org/drawingml/2006/main">
            <a:off x="381000" y="1398698"/>
            <a:ext cx="5524500" cy="453685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91F3B8A-E4A4-48E4-AFE7-6D35E04C75B9}"/>
              </a:ext>
            </a:extLst>
          </p:cNvPr>
          <p:cNvPicPr>
            <a:picLocks xmlns:a="http://schemas.openxmlformats.org/drawingml/2006/main" noChangeAspect="1"/>
          </p:cNvPicPr>
          <p:nvPr/>
        </p:nvPicPr>
        <p:blipFill>
          <a:blip xmlns:r="http://schemas.openxmlformats.org/officeDocument/2006/relationships" xmlns:a="http://schemas.openxmlformats.org/drawingml/2006/main" r:embed="R7c9b1b8a253c4608"/>
          <a:stretch xmlns:a="http://schemas.openxmlformats.org/drawingml/2006/main"/>
        </p:blipFill>
        <p:spPr>
          <a:xfrm xmlns:a="http://schemas.openxmlformats.org/drawingml/2006/main">
            <a:off x="6286500" y="1398698"/>
            <a:ext cx="5524500" cy="4536855"/>
          </a:xfrm>
          <a:prstGeom xmlns:a="http://schemas.openxmlformats.org/drawingml/2006/main" prst="rect">
            <a:avLst/>
          </a:prstGeom>
        </p:spPr>
      </p:pic>
    </p:spTree>
    <p:extLst>
      <p:ext uri="{BB962C8B-B14F-4D97-AF65-F5344CB8AC3E}">
        <p14:creationId xmlns:p14="http://schemas.microsoft.com/office/powerpoint/2010/main" val="5154913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7">
            <a:extLst xmlns:a="http://schemas.openxmlformats.org/drawingml/2006/main">
              <a:ext uri="{FF2B5EF4-FFF2-40B4-BE49-F238E27FC236}">
                <a16:creationId xmlns:a16="http://schemas.microsoft.com/office/drawing/2014/main" id="{6564C5A7-8A32-4390-BA56-DD028C673469}"/>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28">
            <a:extLst xmlns:a="http://schemas.openxmlformats.org/drawingml/2006/main">
              <a:ext uri="{FF2B5EF4-FFF2-40B4-BE49-F238E27FC236}">
                <a16:creationId xmlns:a16="http://schemas.microsoft.com/office/drawing/2014/main" id="{FBCDAA4E-A8B6-476F-9088-D8951BCB287D}"/>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Xác minh láng giềng và tuyến học được trên R1</a:t>
            </a:r>
          </a:p>
        </p:txBody>
      </p:sp>
      <p:sp>
        <p:nvSpPr>
          <p:cNvPr id="3" name="text-29">
            <a:extLst xmlns:a="http://schemas.openxmlformats.org/drawingml/2006/main">
              <a:ext uri="{FF2B5EF4-FFF2-40B4-BE49-F238E27FC236}">
                <a16:creationId xmlns:a16="http://schemas.microsoft.com/office/drawing/2014/main" id="{0C00F677-ACA8-4400-99E5-32848AA8DC96}"/>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Láng giềng FULL; R1 học được tuyến tới LAN 192.168.20.0/24 và 192.168.50.0/24.</a:t>
            </a:r>
          </a:p>
        </p:txBody>
      </p:sp>
      <p:sp>
        <p:nvSpPr>
          <p:cNvPr id="4" name="text-30">
            <a:extLst xmlns:a="http://schemas.openxmlformats.org/drawingml/2006/main">
              <a:ext uri="{FF2B5EF4-FFF2-40B4-BE49-F238E27FC236}">
                <a16:creationId xmlns:a16="http://schemas.microsoft.com/office/drawing/2014/main" id="{92D0BA85-6B98-4AE4-9E53-A82F5830597F}"/>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07</a:t>
            </a:r>
          </a:p>
        </p:txBody>
      </p:sp>
      <p:sp>
        <p:nvSpPr>
          <p:cNvPr id="5" name="text-31">
            <a:extLst xmlns:a="http://schemas.openxmlformats.org/drawingml/2006/main">
              <a:ext uri="{FF2B5EF4-FFF2-40B4-BE49-F238E27FC236}">
                <a16:creationId xmlns:a16="http://schemas.microsoft.com/office/drawing/2014/main" id="{85F62F94-55C1-43D3-A453-5201CA70A2E4}"/>
              </a:ext>
            </a:extLst>
          </p:cNvPr>
          <p:cNvSpPr>
            <a:spLocks xmlns:a="http://schemas.openxmlformats.org/drawingml/2006/main" noGrp="1"/>
          </p:cNvSpPr>
          <p:nvPr/>
        </p:nvSpPr>
        <p:spPr>
          <a:xfrm xmlns:a="http://schemas.openxmlformats.org/drawingml/2006/main">
            <a:off x="381000" y="1428750"/>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show ip ospf neighbor</a:t>
            </a:r>
          </a:p>
        </p:txBody>
      </p:sp>
      <p:pic>
        <p:nvPicPr>
          <p:cNvPr id="6" name="">
            <a:extLst xmlns:a="http://schemas.openxmlformats.org/drawingml/2006/main">
              <a:ext uri="{FF2B5EF4-FFF2-40B4-BE49-F238E27FC236}">
                <a16:creationId xmlns:a16="http://schemas.microsoft.com/office/drawing/2014/main" id="{123E8447-041E-4FD4-8541-33F6FC6C04C8}"/>
              </a:ext>
            </a:extLst>
          </p:cNvPr>
          <p:cNvPicPr>
            <a:picLocks xmlns:a="http://schemas.openxmlformats.org/drawingml/2006/main" noChangeAspect="1"/>
          </p:cNvPicPr>
          <p:nvPr/>
        </p:nvPicPr>
        <p:blipFill>
          <a:blip xmlns:r="http://schemas.openxmlformats.org/officeDocument/2006/relationships" xmlns:a="http://schemas.openxmlformats.org/drawingml/2006/main" r:embed="Rfb2f385bd9544380"/>
          <a:stretch xmlns:a="http://schemas.openxmlformats.org/drawingml/2006/main"/>
        </p:blipFill>
        <p:spPr>
          <a:xfrm xmlns:a="http://schemas.openxmlformats.org/drawingml/2006/main">
            <a:off x="381000" y="1929654"/>
            <a:ext cx="11430000" cy="1541368"/>
          </a:xfrm>
          <a:prstGeom xmlns:a="http://schemas.openxmlformats.org/drawingml/2006/main" prst="rect">
            <a:avLst/>
          </a:prstGeom>
        </p:spPr>
      </p:pic>
      <p:sp>
        <p:nvSpPr>
          <p:cNvPr id="7" name="text-32">
            <a:extLst xmlns:a="http://schemas.openxmlformats.org/drawingml/2006/main">
              <a:ext uri="{FF2B5EF4-FFF2-40B4-BE49-F238E27FC236}">
                <a16:creationId xmlns:a16="http://schemas.microsoft.com/office/drawing/2014/main" id="{2521E715-5779-4180-BFC6-C3DCFE41AFF1}"/>
              </a:ext>
            </a:extLst>
          </p:cNvPr>
          <p:cNvSpPr>
            <a:spLocks xmlns:a="http://schemas.openxmlformats.org/drawingml/2006/main" noGrp="1"/>
          </p:cNvSpPr>
          <p:nvPr/>
        </p:nvSpPr>
        <p:spPr>
          <a:xfrm xmlns:a="http://schemas.openxmlformats.org/drawingml/2006/main">
            <a:off x="381000" y="391477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show ip route ospf — trích các tuyến nghiệp vụ</a:t>
            </a:r>
          </a:p>
        </p:txBody>
      </p:sp>
      <p:pic>
        <p:nvPicPr>
          <p:cNvPr id="8" name="">
            <a:extLst xmlns:a="http://schemas.openxmlformats.org/drawingml/2006/main">
              <a:ext uri="{FF2B5EF4-FFF2-40B4-BE49-F238E27FC236}">
                <a16:creationId xmlns:a16="http://schemas.microsoft.com/office/drawing/2014/main" id="{30866B0E-BF2F-41CF-A048-318321AEF10D}"/>
              </a:ext>
            </a:extLst>
          </p:cNvPr>
          <p:cNvPicPr>
            <a:picLocks xmlns:a="http://schemas.openxmlformats.org/drawingml/2006/main" noChangeAspect="1"/>
          </p:cNvPicPr>
          <p:nvPr/>
        </p:nvPicPr>
        <p:blipFill>
          <a:blip xmlns:r="http://schemas.openxmlformats.org/officeDocument/2006/relationships" xmlns:a="http://schemas.openxmlformats.org/drawingml/2006/main" r:embed="R841dd817a90d40da"/>
          <a:stretch xmlns:a="http://schemas.openxmlformats.org/drawingml/2006/main"/>
        </p:blipFill>
        <p:spPr>
          <a:xfrm xmlns:a="http://schemas.openxmlformats.org/drawingml/2006/main">
            <a:off x="625186" y="4371975"/>
            <a:ext cx="10941627" cy="1714500"/>
          </a:xfrm>
          <a:prstGeom xmlns:a="http://schemas.openxmlformats.org/drawingml/2006/main" prst="rect">
            <a:avLst/>
          </a:prstGeom>
        </p:spPr>
      </p:pic>
    </p:spTree>
    <p:extLst>
      <p:ext uri="{BB962C8B-B14F-4D97-AF65-F5344CB8AC3E}">
        <p14:creationId xmlns:p14="http://schemas.microsoft.com/office/powerpoint/2010/main" val="6095190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33">
            <a:extLst xmlns:a="http://schemas.openxmlformats.org/drawingml/2006/main">
              <a:ext uri="{FF2B5EF4-FFF2-40B4-BE49-F238E27FC236}">
                <a16:creationId xmlns:a16="http://schemas.microsoft.com/office/drawing/2014/main" id="{38624E98-BEDA-42C4-8B7C-F8278C851EE4}"/>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34">
            <a:extLst xmlns:a="http://schemas.openxmlformats.org/drawingml/2006/main">
              <a:ext uri="{FF2B5EF4-FFF2-40B4-BE49-F238E27FC236}">
                <a16:creationId xmlns:a16="http://schemas.microsoft.com/office/drawing/2014/main" id="{FBF2B026-8011-4758-9B91-CD98D01775B4}"/>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Ping và trace từ VPC8 tới VPC10</a:t>
            </a:r>
          </a:p>
        </p:txBody>
      </p:sp>
      <p:sp>
        <p:nvSpPr>
          <p:cNvPr id="3" name="text-35">
            <a:extLst xmlns:a="http://schemas.openxmlformats.org/drawingml/2006/main">
              <a:ext uri="{FF2B5EF4-FFF2-40B4-BE49-F238E27FC236}">
                <a16:creationId xmlns:a16="http://schemas.microsoft.com/office/drawing/2014/main" id="{01D6961C-BC93-4340-8785-93476E6FEEC1}"/>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Đường đi: VPC8 → R1 → R3 → R4 → R5 → VPC10.</a:t>
            </a:r>
          </a:p>
        </p:txBody>
      </p:sp>
      <p:sp>
        <p:nvSpPr>
          <p:cNvPr id="4" name="text-36">
            <a:extLst xmlns:a="http://schemas.openxmlformats.org/drawingml/2006/main">
              <a:ext uri="{FF2B5EF4-FFF2-40B4-BE49-F238E27FC236}">
                <a16:creationId xmlns:a16="http://schemas.microsoft.com/office/drawing/2014/main" id="{B67FF35D-E676-440B-BA09-BEA2842D0D08}"/>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08</a:t>
            </a:r>
          </a:p>
        </p:txBody>
      </p:sp>
      <p:pic>
        <p:nvPicPr>
          <p:cNvPr id="5" name="">
            <a:extLst xmlns:a="http://schemas.openxmlformats.org/drawingml/2006/main">
              <a:ext uri="{FF2B5EF4-FFF2-40B4-BE49-F238E27FC236}">
                <a16:creationId xmlns:a16="http://schemas.microsoft.com/office/drawing/2014/main" id="{13877058-19FF-45CB-9649-84EB01A5E69F}"/>
              </a:ext>
            </a:extLst>
          </p:cNvPr>
          <p:cNvPicPr>
            <a:picLocks xmlns:a="http://schemas.openxmlformats.org/drawingml/2006/main" noChangeAspect="1"/>
          </p:cNvPicPr>
          <p:nvPr/>
        </p:nvPicPr>
        <p:blipFill>
          <a:blip xmlns:r="http://schemas.openxmlformats.org/officeDocument/2006/relationships" xmlns:a="http://schemas.openxmlformats.org/drawingml/2006/main" r:embed="R35f0fecbe28b4a18"/>
          <a:stretch xmlns:a="http://schemas.openxmlformats.org/drawingml/2006/main"/>
        </p:blipFill>
        <p:spPr>
          <a:xfrm xmlns:a="http://schemas.openxmlformats.org/drawingml/2006/main">
            <a:off x="1804112" y="1257300"/>
            <a:ext cx="8583776" cy="22669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115898F7-8C48-4B11-8D65-B2C2BEF9FF42}"/>
              </a:ext>
            </a:extLst>
          </p:cNvPr>
          <p:cNvPicPr>
            <a:picLocks xmlns:a="http://schemas.openxmlformats.org/drawingml/2006/main" noChangeAspect="1"/>
          </p:cNvPicPr>
          <p:nvPr/>
        </p:nvPicPr>
        <p:blipFill>
          <a:blip xmlns:r="http://schemas.openxmlformats.org/officeDocument/2006/relationships" xmlns:a="http://schemas.openxmlformats.org/drawingml/2006/main" r:embed="Rbff189b1ab1d41b0"/>
          <a:stretch xmlns:a="http://schemas.openxmlformats.org/drawingml/2006/main"/>
        </p:blipFill>
        <p:spPr>
          <a:xfrm xmlns:a="http://schemas.openxmlformats.org/drawingml/2006/main">
            <a:off x="4301490" y="3657600"/>
            <a:ext cx="3589020" cy="2400300"/>
          </a:xfrm>
          <a:prstGeom xmlns:a="http://schemas.openxmlformats.org/drawingml/2006/main" prst="rect">
            <a:avLst/>
          </a:prstGeom>
        </p:spPr>
      </p:pic>
    </p:spTree>
    <p:extLst>
      <p:ext uri="{BB962C8B-B14F-4D97-AF65-F5344CB8AC3E}">
        <p14:creationId xmlns:p14="http://schemas.microsoft.com/office/powerpoint/2010/main" val="9470220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37">
            <a:extLst xmlns:a="http://schemas.openxmlformats.org/drawingml/2006/main">
              <a:ext uri="{FF2B5EF4-FFF2-40B4-BE49-F238E27FC236}">
                <a16:creationId xmlns:a16="http://schemas.microsoft.com/office/drawing/2014/main" id="{4A342583-E4B1-436C-97C6-44FF1C1F0D29}"/>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SYSLOG / EMAIL</a:t>
            </a:r>
          </a:p>
        </p:txBody>
      </p:sp>
      <p:sp>
        <p:nvSpPr>
          <p:cNvPr id="2" name="text-38">
            <a:extLst xmlns:a="http://schemas.openxmlformats.org/drawingml/2006/main">
              <a:ext uri="{FF2B5EF4-FFF2-40B4-BE49-F238E27FC236}">
                <a16:creationId xmlns:a16="http://schemas.microsoft.com/office/drawing/2014/main" id="{84EED60A-25E3-441C-A650-C388CFD27F71}"/>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CAMS nhận và phân tích nhật ký tập trung</a:t>
            </a:r>
          </a:p>
        </p:txBody>
      </p:sp>
      <p:sp>
        <p:nvSpPr>
          <p:cNvPr id="3" name="text-39">
            <a:extLst xmlns:a="http://schemas.openxmlformats.org/drawingml/2006/main">
              <a:ext uri="{FF2B5EF4-FFF2-40B4-BE49-F238E27FC236}">
                <a16:creationId xmlns:a16="http://schemas.microsoft.com/office/drawing/2014/main" id="{E32BAFB7-D23E-42A1-9987-5C67D8B71AD1}"/>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Bản tin từ R1, R2, R3 và SW1; dòng SW1 ghi LINK / 3 Error.</a:t>
            </a:r>
          </a:p>
        </p:txBody>
      </p:sp>
      <p:sp>
        <p:nvSpPr>
          <p:cNvPr id="4" name="text-40">
            <a:extLst xmlns:a="http://schemas.openxmlformats.org/drawingml/2006/main">
              <a:ext uri="{FF2B5EF4-FFF2-40B4-BE49-F238E27FC236}">
                <a16:creationId xmlns:a16="http://schemas.microsoft.com/office/drawing/2014/main" id="{50A28544-542F-40F5-9BD4-5E5B72EB9640}"/>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09</a:t>
            </a:r>
          </a:p>
        </p:txBody>
      </p:sp>
      <p:pic>
        <p:nvPicPr>
          <p:cNvPr id="5" name="">
            <a:extLst xmlns:a="http://schemas.openxmlformats.org/drawingml/2006/main">
              <a:ext uri="{FF2B5EF4-FFF2-40B4-BE49-F238E27FC236}">
                <a16:creationId xmlns:a16="http://schemas.microsoft.com/office/drawing/2014/main" id="{1BB3A01C-6686-4485-A351-46F4ADAC0B44}"/>
              </a:ext>
            </a:extLst>
          </p:cNvPr>
          <p:cNvPicPr>
            <a:picLocks xmlns:a="http://schemas.openxmlformats.org/drawingml/2006/main" noChangeAspect="1"/>
          </p:cNvPicPr>
          <p:nvPr/>
        </p:nvPicPr>
        <p:blipFill>
          <a:blip xmlns:r="http://schemas.openxmlformats.org/officeDocument/2006/relationships" xmlns:a="http://schemas.openxmlformats.org/drawingml/2006/main" r:embed="Rd87001a9801a4a7a"/>
          <a:stretch xmlns:a="http://schemas.openxmlformats.org/drawingml/2006/main"/>
        </p:blipFill>
        <p:spPr>
          <a:xfrm xmlns:a="http://schemas.openxmlformats.org/drawingml/2006/main">
            <a:off x="381000" y="2315958"/>
            <a:ext cx="11430000" cy="2654710"/>
          </a:xfrm>
          <a:prstGeom xmlns:a="http://schemas.openxmlformats.org/drawingml/2006/main" prst="rect">
            <a:avLst/>
          </a:prstGeom>
        </p:spPr>
      </p:pic>
    </p:spTree>
    <p:extLst>
      <p:ext uri="{BB962C8B-B14F-4D97-AF65-F5344CB8AC3E}">
        <p14:creationId xmlns:p14="http://schemas.microsoft.com/office/powerpoint/2010/main" val="10565146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41">
            <a:extLst xmlns:a="http://schemas.openxmlformats.org/drawingml/2006/main">
              <a:ext uri="{FF2B5EF4-FFF2-40B4-BE49-F238E27FC236}">
                <a16:creationId xmlns:a16="http://schemas.microsoft.com/office/drawing/2014/main" id="{B3035B1B-EABE-48E9-8D5A-4ECDF7970070}"/>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SYSLOG / EMAIL</a:t>
            </a:r>
          </a:p>
        </p:txBody>
      </p:sp>
      <p:sp>
        <p:nvSpPr>
          <p:cNvPr id="2" name="text-42">
            <a:extLst xmlns:a="http://schemas.openxmlformats.org/drawingml/2006/main">
              <a:ext uri="{FF2B5EF4-FFF2-40B4-BE49-F238E27FC236}">
                <a16:creationId xmlns:a16="http://schemas.microsoft.com/office/drawing/2014/main" id="{24AC6144-49B8-4ED5-9378-1D6E6B5EEF40}"/>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Thư cảnh báo chứa sự kiện từ thiết bị</a:t>
            </a:r>
          </a:p>
        </p:txBody>
      </p:sp>
      <p:sp>
        <p:nvSpPr>
          <p:cNvPr id="3" name="text-43">
            <a:extLst xmlns:a="http://schemas.openxmlformats.org/drawingml/2006/main">
              <a:ext uri="{FF2B5EF4-FFF2-40B4-BE49-F238E27FC236}">
                <a16:creationId xmlns:a16="http://schemas.microsoft.com/office/drawing/2014/main" id="{58AC3260-35C4-43E9-AA64-E608D2D56169}"/>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SW1 · 192.168.122.104 · LINK-3-UPDOWN · Gi1/3 chuyển sang trạng thái up.</a:t>
            </a:r>
          </a:p>
        </p:txBody>
      </p:sp>
      <p:sp>
        <p:nvSpPr>
          <p:cNvPr id="4" name="text-44">
            <a:extLst xmlns:a="http://schemas.openxmlformats.org/drawingml/2006/main">
              <a:ext uri="{FF2B5EF4-FFF2-40B4-BE49-F238E27FC236}">
                <a16:creationId xmlns:a16="http://schemas.microsoft.com/office/drawing/2014/main" id="{F4E0C44B-7503-4ECE-A7F4-18FC8CBC0A83}"/>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10</a:t>
            </a:r>
          </a:p>
        </p:txBody>
      </p:sp>
      <p:pic>
        <p:nvPicPr>
          <p:cNvPr id="5" name="">
            <a:extLst xmlns:a="http://schemas.openxmlformats.org/drawingml/2006/main">
              <a:ext uri="{FF2B5EF4-FFF2-40B4-BE49-F238E27FC236}">
                <a16:creationId xmlns:a16="http://schemas.microsoft.com/office/drawing/2014/main" id="{7D0877D8-7218-458F-8B85-89902D4B6855}"/>
              </a:ext>
            </a:extLst>
          </p:cNvPr>
          <p:cNvPicPr>
            <a:picLocks xmlns:a="http://schemas.openxmlformats.org/drawingml/2006/main" noChangeAspect="1"/>
          </p:cNvPicPr>
          <p:nvPr/>
        </p:nvPicPr>
        <p:blipFill>
          <a:blip xmlns:r="http://schemas.openxmlformats.org/officeDocument/2006/relationships" xmlns:a="http://schemas.openxmlformats.org/drawingml/2006/main" r:embed="Rf4607018398441bc"/>
          <a:stretch xmlns:a="http://schemas.openxmlformats.org/drawingml/2006/main"/>
        </p:blipFill>
        <p:spPr>
          <a:xfrm xmlns:a="http://schemas.openxmlformats.org/drawingml/2006/main">
            <a:off x="3867104" y="1209675"/>
            <a:ext cx="4457791" cy="4867275"/>
          </a:xfrm>
          <a:prstGeom xmlns:a="http://schemas.openxmlformats.org/drawingml/2006/main" prst="rect">
            <a:avLst/>
          </a:prstGeom>
        </p:spPr>
      </p:pic>
    </p:spTree>
    <p:extLst>
      <p:ext uri="{BB962C8B-B14F-4D97-AF65-F5344CB8AC3E}">
        <p14:creationId xmlns:p14="http://schemas.microsoft.com/office/powerpoint/2010/main" val="16932274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45">
            <a:extLst xmlns:a="http://schemas.openxmlformats.org/drawingml/2006/main">
              <a:ext uri="{FF2B5EF4-FFF2-40B4-BE49-F238E27FC236}">
                <a16:creationId xmlns:a16="http://schemas.microsoft.com/office/drawing/2014/main" id="{B437946D-D148-48A9-A95E-023F71DDE957}"/>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5 · ACL</a:t>
            </a:r>
          </a:p>
        </p:txBody>
      </p:sp>
      <p:sp>
        <p:nvSpPr>
          <p:cNvPr id="2" name="text-46">
            <a:extLst xmlns:a="http://schemas.openxmlformats.org/drawingml/2006/main">
              <a:ext uri="{FF2B5EF4-FFF2-40B4-BE49-F238E27FC236}">
                <a16:creationId xmlns:a16="http://schemas.microsoft.com/office/drawing/2014/main" id="{ECF292E8-2081-47AF-B882-C290C3EB463B}"/>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phân tách chính sách theo VLAN</a:t>
            </a:r>
          </a:p>
        </p:txBody>
      </p:sp>
      <p:sp>
        <p:nvSpPr>
          <p:cNvPr id="3" name="text-47">
            <a:extLst xmlns:a="http://schemas.openxmlformats.org/drawingml/2006/main">
              <a:ext uri="{FF2B5EF4-FFF2-40B4-BE49-F238E27FC236}">
                <a16:creationId xmlns:a16="http://schemas.microsoft.com/office/drawing/2014/main" id="{43B6277A-8ADC-4F69-8A0F-8E24599B9918}"/>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VLAN 10 chặn TCP/23 · VLAN 20 chặn TCP/80 · VLAN 30 chặn ICMP theo đích thử.</a:t>
            </a:r>
          </a:p>
        </p:txBody>
      </p:sp>
      <p:sp>
        <p:nvSpPr>
          <p:cNvPr id="4" name="text-48">
            <a:extLst xmlns:a="http://schemas.openxmlformats.org/drawingml/2006/main">
              <a:ext uri="{FF2B5EF4-FFF2-40B4-BE49-F238E27FC236}">
                <a16:creationId xmlns:a16="http://schemas.microsoft.com/office/drawing/2014/main" id="{D533EF8F-B506-4377-9A94-DBB0B3BAAE61}"/>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11</a:t>
            </a:r>
          </a:p>
        </p:txBody>
      </p:sp>
      <p:pic>
        <p:nvPicPr>
          <p:cNvPr id="5" name="">
            <a:extLst xmlns:a="http://schemas.openxmlformats.org/drawingml/2006/main">
              <a:ext uri="{FF2B5EF4-FFF2-40B4-BE49-F238E27FC236}">
                <a16:creationId xmlns:a16="http://schemas.microsoft.com/office/drawing/2014/main" id="{B1974BED-86E4-4335-9FCD-6E5443E4CD77}"/>
              </a:ext>
            </a:extLst>
          </p:cNvPr>
          <p:cNvPicPr>
            <a:picLocks xmlns:a="http://schemas.openxmlformats.org/drawingml/2006/main" noChangeAspect="1"/>
          </p:cNvPicPr>
          <p:nvPr/>
        </p:nvPicPr>
        <p:blipFill>
          <a:blip xmlns:r="http://schemas.openxmlformats.org/officeDocument/2006/relationships" xmlns:a="http://schemas.openxmlformats.org/drawingml/2006/main" r:embed="R6c06e06a2424409d"/>
          <a:stretch xmlns:a="http://schemas.openxmlformats.org/drawingml/2006/main"/>
        </p:blipFill>
        <p:spPr>
          <a:xfrm xmlns:a="http://schemas.openxmlformats.org/drawingml/2006/main">
            <a:off x="3280738" y="1209675"/>
            <a:ext cx="5630524" cy="4867275"/>
          </a:xfrm>
          <a:prstGeom xmlns:a="http://schemas.openxmlformats.org/drawingml/2006/main" prst="rect">
            <a:avLst/>
          </a:prstGeom>
        </p:spPr>
      </p:pic>
    </p:spTree>
    <p:extLst>
      <p:ext uri="{BB962C8B-B14F-4D97-AF65-F5344CB8AC3E}">
        <p14:creationId xmlns:p14="http://schemas.microsoft.com/office/powerpoint/2010/main" val="18090353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9">
            <a:extLst xmlns:a="http://schemas.openxmlformats.org/drawingml/2006/main">
              <a:ext uri="{FF2B5EF4-FFF2-40B4-BE49-F238E27FC236}">
                <a16:creationId xmlns:a16="http://schemas.microsoft.com/office/drawing/2014/main" id="{EE7DF8BC-DCD1-4507-9AFF-2255AF86B552}"/>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5 · ACL</a:t>
            </a:r>
          </a:p>
        </p:txBody>
      </p:sp>
      <p:sp>
        <p:nvSpPr>
          <p:cNvPr id="2" name="text-50">
            <a:extLst xmlns:a="http://schemas.openxmlformats.org/drawingml/2006/main">
              <a:ext uri="{FF2B5EF4-FFF2-40B4-BE49-F238E27FC236}">
                <a16:creationId xmlns:a16="http://schemas.microsoft.com/office/drawing/2014/main" id="{CA42D6A4-6C7D-4BF0-9A25-81B3B463E5F5}"/>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Kết quả lưu lượng bị từ chối theo chính sách</a:t>
            </a:r>
          </a:p>
        </p:txBody>
      </p:sp>
      <p:sp>
        <p:nvSpPr>
          <p:cNvPr id="3" name="text-51">
            <a:extLst xmlns:a="http://schemas.openxmlformats.org/drawingml/2006/main">
              <a:ext uri="{FF2B5EF4-FFF2-40B4-BE49-F238E27FC236}">
                <a16:creationId xmlns:a16="http://schemas.microsoft.com/office/drawing/2014/main" id="{606B5524-2869-4B12-925A-F8376C0099E0}"/>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Router trả ICMP Type 3 Code 13: Communication administratively prohibited.</a:t>
            </a:r>
          </a:p>
        </p:txBody>
      </p:sp>
      <p:sp>
        <p:nvSpPr>
          <p:cNvPr id="4" name="text-52">
            <a:extLst xmlns:a="http://schemas.openxmlformats.org/drawingml/2006/main">
              <a:ext uri="{FF2B5EF4-FFF2-40B4-BE49-F238E27FC236}">
                <a16:creationId xmlns:a16="http://schemas.microsoft.com/office/drawing/2014/main" id="{5D738EC4-1A44-4C1F-B9FB-8916BFE07A09}"/>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12</a:t>
            </a:r>
          </a:p>
        </p:txBody>
      </p:sp>
      <p:sp>
        <p:nvSpPr>
          <p:cNvPr id="5" name="text-53">
            <a:extLst xmlns:a="http://schemas.openxmlformats.org/drawingml/2006/main">
              <a:ext uri="{FF2B5EF4-FFF2-40B4-BE49-F238E27FC236}">
                <a16:creationId xmlns:a16="http://schemas.microsoft.com/office/drawing/2014/main" id="{4248333A-5498-4F08-A600-7427D662825F}"/>
              </a:ext>
            </a:extLst>
          </p:cNvPr>
          <p:cNvSpPr>
            <a:spLocks xmlns:a="http://schemas.openxmlformats.org/drawingml/2006/main" noGrp="1"/>
          </p:cNvSpPr>
          <p:nvPr/>
        </p:nvSpPr>
        <p:spPr>
          <a:xfrm xmlns:a="http://schemas.openxmlformats.org/drawingml/2006/main">
            <a:off x="381000" y="1219200"/>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VLAN 20 → TCP/80 tới 203.162.4.1</a:t>
            </a:r>
          </a:p>
        </p:txBody>
      </p:sp>
      <p:pic>
        <p:nvPicPr>
          <p:cNvPr id="6" name="">
            <a:extLst xmlns:a="http://schemas.openxmlformats.org/drawingml/2006/main">
              <a:ext uri="{FF2B5EF4-FFF2-40B4-BE49-F238E27FC236}">
                <a16:creationId xmlns:a16="http://schemas.microsoft.com/office/drawing/2014/main" id="{1CD4EE4B-559A-4556-ACC5-D5C6D3EDA2EE}"/>
              </a:ext>
            </a:extLst>
          </p:cNvPr>
          <p:cNvPicPr>
            <a:picLocks xmlns:a="http://schemas.openxmlformats.org/drawingml/2006/main" noChangeAspect="1"/>
          </p:cNvPicPr>
          <p:nvPr/>
        </p:nvPicPr>
        <p:blipFill>
          <a:blip xmlns:r="http://schemas.openxmlformats.org/officeDocument/2006/relationships" xmlns:a="http://schemas.openxmlformats.org/drawingml/2006/main" r:embed="R84c854206bf04825"/>
          <a:stretch xmlns:a="http://schemas.openxmlformats.org/drawingml/2006/main"/>
        </p:blipFill>
        <p:spPr>
          <a:xfrm xmlns:a="http://schemas.openxmlformats.org/drawingml/2006/main">
            <a:off x="398522" y="1609725"/>
            <a:ext cx="11394955" cy="2143125"/>
          </a:xfrm>
          <a:prstGeom xmlns:a="http://schemas.openxmlformats.org/drawingml/2006/main" prst="rect">
            <a:avLst/>
          </a:prstGeom>
        </p:spPr>
      </p:pic>
      <p:sp>
        <p:nvSpPr>
          <p:cNvPr id="7" name="text-54">
            <a:extLst xmlns:a="http://schemas.openxmlformats.org/drawingml/2006/main">
              <a:ext uri="{FF2B5EF4-FFF2-40B4-BE49-F238E27FC236}">
                <a16:creationId xmlns:a16="http://schemas.microsoft.com/office/drawing/2014/main" id="{471E16D3-196A-41A8-A371-6B0F650FDE10}"/>
              </a:ext>
            </a:extLst>
          </p:cNvPr>
          <p:cNvSpPr>
            <a:spLocks xmlns:a="http://schemas.openxmlformats.org/drawingml/2006/main" noGrp="1"/>
          </p:cNvSpPr>
          <p:nvPr/>
        </p:nvSpPr>
        <p:spPr>
          <a:xfrm xmlns:a="http://schemas.openxmlformats.org/drawingml/2006/main">
            <a:off x="381000" y="387667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VLAN 30 → ICMP tới 203.162.4.1</a:t>
            </a:r>
          </a:p>
        </p:txBody>
      </p:sp>
      <p:pic>
        <p:nvPicPr>
          <p:cNvPr id="8" name="">
            <a:extLst xmlns:a="http://schemas.openxmlformats.org/drawingml/2006/main">
              <a:ext uri="{FF2B5EF4-FFF2-40B4-BE49-F238E27FC236}">
                <a16:creationId xmlns:a16="http://schemas.microsoft.com/office/drawing/2014/main" id="{40388C07-733F-408D-95E7-591139640216}"/>
              </a:ext>
            </a:extLst>
          </p:cNvPr>
          <p:cNvPicPr>
            <a:picLocks xmlns:a="http://schemas.openxmlformats.org/drawingml/2006/main" noChangeAspect="1"/>
          </p:cNvPicPr>
          <p:nvPr/>
        </p:nvPicPr>
        <p:blipFill>
          <a:blip xmlns:r="http://schemas.openxmlformats.org/officeDocument/2006/relationships" xmlns:a="http://schemas.openxmlformats.org/drawingml/2006/main" r:embed="Ra49419cb44ac43d6"/>
          <a:stretch xmlns:a="http://schemas.openxmlformats.org/drawingml/2006/main"/>
        </p:blipFill>
        <p:spPr>
          <a:xfrm xmlns:a="http://schemas.openxmlformats.org/drawingml/2006/main">
            <a:off x="3302092" y="4267200"/>
            <a:ext cx="5587816" cy="1771650"/>
          </a:xfrm>
          <a:prstGeom xmlns:a="http://schemas.openxmlformats.org/drawingml/2006/main" prst="rect">
            <a:avLst/>
          </a:prstGeom>
        </p:spPr>
      </p:pic>
    </p:spTree>
    <p:extLst>
      <p:ext uri="{BB962C8B-B14F-4D97-AF65-F5344CB8AC3E}">
        <p14:creationId xmlns:p14="http://schemas.microsoft.com/office/powerpoint/2010/main" val="11362323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55">
            <a:extLst xmlns:a="http://schemas.openxmlformats.org/drawingml/2006/main">
              <a:ext uri="{FF2B5EF4-FFF2-40B4-BE49-F238E27FC236}">
                <a16:creationId xmlns:a16="http://schemas.microsoft.com/office/drawing/2014/main" id="{65CB7E43-A3F9-4BF9-AC0C-6DFABA950D05}"/>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5 · ACL</a:t>
            </a:r>
          </a:p>
        </p:txBody>
      </p:sp>
      <p:sp>
        <p:nvSpPr>
          <p:cNvPr id="2" name="text-56">
            <a:extLst xmlns:a="http://schemas.openxmlformats.org/drawingml/2006/main">
              <a:ext uri="{FF2B5EF4-FFF2-40B4-BE49-F238E27FC236}">
                <a16:creationId xmlns:a16="http://schemas.microsoft.com/office/drawing/2014/main" id="{75EEB793-2958-472C-85D5-7FF527F34861}"/>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Đối chiếu denied và permitted trong System Logs</a:t>
            </a:r>
          </a:p>
        </p:txBody>
      </p:sp>
      <p:sp>
        <p:nvSpPr>
          <p:cNvPr id="3" name="text-57">
            <a:extLst xmlns:a="http://schemas.openxmlformats.org/drawingml/2006/main">
              <a:ext uri="{FF2B5EF4-FFF2-40B4-BE49-F238E27FC236}">
                <a16:creationId xmlns:a16="http://schemas.microsoft.com/office/drawing/2014/main" id="{6CD5CD1D-9BAC-4071-AF2B-3E1D41D8A9B5}"/>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Nhật ký ghi tên ACL, giao thức, IP nguồn, IP đích và quyết định xử lý.</a:t>
            </a:r>
          </a:p>
        </p:txBody>
      </p:sp>
      <p:sp>
        <p:nvSpPr>
          <p:cNvPr id="4" name="text-58">
            <a:extLst xmlns:a="http://schemas.openxmlformats.org/drawingml/2006/main">
              <a:ext uri="{FF2B5EF4-FFF2-40B4-BE49-F238E27FC236}">
                <a16:creationId xmlns:a16="http://schemas.microsoft.com/office/drawing/2014/main" id="{8CC9B52A-4351-4846-9372-6338864BD2F4}"/>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13</a:t>
            </a:r>
          </a:p>
        </p:txBody>
      </p:sp>
      <p:pic>
        <p:nvPicPr>
          <p:cNvPr id="5" name="">
            <a:extLst xmlns:a="http://schemas.openxmlformats.org/drawingml/2006/main">
              <a:ext uri="{FF2B5EF4-FFF2-40B4-BE49-F238E27FC236}">
                <a16:creationId xmlns:a16="http://schemas.microsoft.com/office/drawing/2014/main" id="{DC7DF09E-9F00-491A-918D-9B7816CA6079}"/>
              </a:ext>
            </a:extLst>
          </p:cNvPr>
          <p:cNvPicPr>
            <a:picLocks xmlns:a="http://schemas.openxmlformats.org/drawingml/2006/main" noChangeAspect="1"/>
          </p:cNvPicPr>
          <p:nvPr/>
        </p:nvPicPr>
        <p:blipFill>
          <a:blip xmlns:r="http://schemas.openxmlformats.org/officeDocument/2006/relationships" xmlns:a="http://schemas.openxmlformats.org/drawingml/2006/main" r:embed="R2fddbc754be64b0f"/>
          <a:stretch xmlns:a="http://schemas.openxmlformats.org/drawingml/2006/main"/>
        </p:blipFill>
        <p:spPr>
          <a:xfrm xmlns:a="http://schemas.openxmlformats.org/drawingml/2006/main">
            <a:off x="381000" y="2775539"/>
            <a:ext cx="11430000" cy="1735547"/>
          </a:xfrm>
          <a:prstGeom xmlns:a="http://schemas.openxmlformats.org/drawingml/2006/main" prst="rect">
            <a:avLst/>
          </a:prstGeom>
        </p:spPr>
      </p:pic>
    </p:spTree>
    <p:extLst>
      <p:ext uri="{BB962C8B-B14F-4D97-AF65-F5344CB8AC3E}">
        <p14:creationId xmlns:p14="http://schemas.microsoft.com/office/powerpoint/2010/main" val="19550074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2026-10-09T07:25:27.8900000Z</dcterms:created>
  <dcterms:modified xsi:type="dcterms:W3CDTF">2026-10-09T07:25:27.8900000Z</dcterms:modified>
</coreProperties>
</file>