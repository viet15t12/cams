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6851bec4164ad8" /><Relationship Type="http://schemas.openxmlformats.org/officeDocument/2006/relationships/extended-properties" Target="/docProps/app.xml" Id="R59b912e8d79749af" /><Relationship Type="http://schemas.openxmlformats.org/officeDocument/2006/relationships/officeDocument" Target="/ppt/presentation.xml" Id="Rb50dd6d7b4134c21" /></Relationships>
</file>

<file path=ppt/presentation.xml><?xml version="1.0" encoding="utf-8"?>
<p:presentation xmlns:p="http://schemas.openxmlformats.org/presentationml/2006/main">
  <p:sldMasterIdLst>
    <p:sldMasterId xmlns:r="http://schemas.openxmlformats.org/officeDocument/2006/relationships" id="2147483648" r:id="R437a07d2d8304feb"/>
  </p:sldMasterIdLst>
  <p:notesMasterIdLst>
    <p:notesMasterId xmlns:r="http://schemas.openxmlformats.org/officeDocument/2006/relationships" r:id="R27452a730f164e8f"/>
  </p:notesMasterIdLst>
  <p:sldIdLst>
    <p:sldId xmlns:r="http://schemas.openxmlformats.org/officeDocument/2006/relationships" id="256" r:id="Rcd03ebb591c74eb5"/>
    <p:sldId xmlns:r="http://schemas.openxmlformats.org/officeDocument/2006/relationships" id="257" r:id="R5b1e53d0fbd64ca5"/>
    <p:sldId xmlns:r="http://schemas.openxmlformats.org/officeDocument/2006/relationships" id="258" r:id="Ra5f82897271a49b3"/>
    <p:sldId xmlns:r="http://schemas.openxmlformats.org/officeDocument/2006/relationships" id="259" r:id="R5d43ab4973eb4a75"/>
    <p:sldId xmlns:r="http://schemas.openxmlformats.org/officeDocument/2006/relationships" id="260" r:id="R4493a5fc7ed74218"/>
    <p:sldId xmlns:r="http://schemas.openxmlformats.org/officeDocument/2006/relationships" id="261" r:id="R7e7fab9760b74610"/>
    <p:sldId xmlns:r="http://schemas.openxmlformats.org/officeDocument/2006/relationships" id="262" r:id="R4b59273b49e34b67"/>
    <p:sldId xmlns:r="http://schemas.openxmlformats.org/officeDocument/2006/relationships" id="263" r:id="Ref013d9bc4454eb1"/>
    <p:sldId xmlns:r="http://schemas.openxmlformats.org/officeDocument/2006/relationships" id="264" r:id="R8c9455af826a4c51"/>
    <p:sldId xmlns:r="http://schemas.openxmlformats.org/officeDocument/2006/relationships" id="265" r:id="R35ff9c0721db46f2"/>
    <p:sldId xmlns:r="http://schemas.openxmlformats.org/officeDocument/2006/relationships" id="266" r:id="R39c65e5126824dbb"/>
    <p:sldId xmlns:r="http://schemas.openxmlformats.org/officeDocument/2006/relationships" id="267" r:id="Rc87dba7a9ea24ee2"/>
    <p:sldId xmlns:r="http://schemas.openxmlformats.org/officeDocument/2006/relationships" id="268" r:id="R9938f9bc8f0445ad"/>
    <p:sldId xmlns:r="http://schemas.openxmlformats.org/officeDocument/2006/relationships" id="269" r:id="R224fe2ea1ed046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ec9ab6b77948ea" /><Relationship Type="http://schemas.openxmlformats.org/officeDocument/2006/relationships/slideMaster" Target="/ppt/slideMasters/slideMaster1.xml" Id="R437a07d2d8304feb" /><Relationship Type="http://schemas.openxmlformats.org/officeDocument/2006/relationships/notesMaster" Target="/ppt/notesMasters/notesMaster1.xml" Id="R27452a730f164e8f" /><Relationship Type="http://schemas.openxmlformats.org/officeDocument/2006/relationships/presProps" Target="/ppt/presProps.xml" Id="Rf5fee2198eb64452" /><Relationship Type="http://schemas.openxmlformats.org/officeDocument/2006/relationships/tableStyles" Target="/ppt/tableStyles.xml" Id="R108a5f8b54fd460a" /><Relationship Type="http://schemas.openxmlformats.org/officeDocument/2006/relationships/slide" Target="/ppt/slides/slide1.xml" Id="Rcd03ebb591c74eb5" /><Relationship Type="http://schemas.openxmlformats.org/officeDocument/2006/relationships/slide" Target="/ppt/slides/slide2.xml" Id="R5b1e53d0fbd64ca5" /><Relationship Type="http://schemas.openxmlformats.org/officeDocument/2006/relationships/slide" Target="/ppt/slides/slide3.xml" Id="Ra5f82897271a49b3" /><Relationship Type="http://schemas.openxmlformats.org/officeDocument/2006/relationships/slide" Target="/ppt/slides/slide4.xml" Id="R5d43ab4973eb4a75" /><Relationship Type="http://schemas.openxmlformats.org/officeDocument/2006/relationships/slide" Target="/ppt/slides/slide5.xml" Id="R4493a5fc7ed74218" /><Relationship Type="http://schemas.openxmlformats.org/officeDocument/2006/relationships/slide" Target="/ppt/slides/slide6.xml" Id="R7e7fab9760b74610" /><Relationship Type="http://schemas.openxmlformats.org/officeDocument/2006/relationships/slide" Target="/ppt/slides/slide7.xml" Id="R4b59273b49e34b67" /><Relationship Type="http://schemas.openxmlformats.org/officeDocument/2006/relationships/slide" Target="/ppt/slides/slide8.xml" Id="Ref013d9bc4454eb1" /><Relationship Type="http://schemas.openxmlformats.org/officeDocument/2006/relationships/slide" Target="/ppt/slides/slide9.xml" Id="R8c9455af826a4c51" /><Relationship Type="http://schemas.openxmlformats.org/officeDocument/2006/relationships/slide" Target="/ppt/slides/slide10.xml" Id="R35ff9c0721db46f2" /><Relationship Type="http://schemas.openxmlformats.org/officeDocument/2006/relationships/slide" Target="/ppt/slides/slide11.xml" Id="R39c65e5126824dbb" /><Relationship Type="http://schemas.openxmlformats.org/officeDocument/2006/relationships/slide" Target="/ppt/slides/slide12.xml" Id="Rc87dba7a9ea24ee2" /><Relationship Type="http://schemas.openxmlformats.org/officeDocument/2006/relationships/slide" Target="/ppt/slides/slide13.xml" Id="R9938f9bc8f0445ad" /><Relationship Type="http://schemas.openxmlformats.org/officeDocument/2006/relationships/slide" Target="/ppt/slides/slide14.xml" Id="R224fe2ea1ed046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209cf5ddf844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1a50dd07a74cb3" /><Relationship Type="http://schemas.openxmlformats.org/officeDocument/2006/relationships/notesMaster" Target="/ppt/notesMasters/notesMaster1.xml" Id="R8bc296be7ab740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3cfbca91c54983" /><Relationship Type="http://schemas.openxmlformats.org/officeDocument/2006/relationships/notesMaster" Target="/ppt/notesMasters/notesMaster1.xml" Id="R925e159870f84f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b043e839684dbc" /><Relationship Type="http://schemas.openxmlformats.org/officeDocument/2006/relationships/notesMaster" Target="/ppt/notesMasters/notesMaster1.xml" Id="Rbd859a5bdefe48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fb2fa6234f4953" /><Relationship Type="http://schemas.openxmlformats.org/officeDocument/2006/relationships/notesMaster" Target="/ppt/notesMasters/notesMaster1.xml" Id="Rd274ced122394d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ebad0eff9e49d4" /><Relationship Type="http://schemas.openxmlformats.org/officeDocument/2006/relationships/notesMaster" Target="/ppt/notesMasters/notesMaster1.xml" Id="R8761aba85a784b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fa7f0e07f048d5" /><Relationship Type="http://schemas.openxmlformats.org/officeDocument/2006/relationships/notesMaster" Target="/ppt/notesMasters/notesMaster1.xml" Id="R1e58010dba2e4f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341edcd71f4c91" /><Relationship Type="http://schemas.openxmlformats.org/officeDocument/2006/relationships/notesMaster" Target="/ppt/notesMasters/notesMaster1.xml" Id="R14a95c8bdd294e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1a672e4db6475e" /><Relationship Type="http://schemas.openxmlformats.org/officeDocument/2006/relationships/notesMaster" Target="/ppt/notesMasters/notesMaster1.xml" Id="R928cca02e7b14be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cc3ffe59c74e01" /><Relationship Type="http://schemas.openxmlformats.org/officeDocument/2006/relationships/notesMaster" Target="/ppt/notesMasters/notesMaster1.xml" Id="R59b34faa0eb246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613cecd2714029" /><Relationship Type="http://schemas.openxmlformats.org/officeDocument/2006/relationships/notesMaster" Target="/ppt/notesMasters/notesMaster1.xml" Id="Rb3e52377d19549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bd5878692b4ae5" /><Relationship Type="http://schemas.openxmlformats.org/officeDocument/2006/relationships/notesMaster" Target="/ppt/notesMasters/notesMaster1.xml" Id="R03cdbe07107147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41ee5228f84b3f" /><Relationship Type="http://schemas.openxmlformats.org/officeDocument/2006/relationships/notesMaster" Target="/ppt/notesMasters/notesMaster1.xml" Id="R9217e29fe74a47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6e998800f14eae" /><Relationship Type="http://schemas.openxmlformats.org/officeDocument/2006/relationships/notesMaster" Target="/ppt/notesMasters/notesMaster1.xml" Id="Rca438b09166f42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dfafad6e994afe" /><Relationship Type="http://schemas.openxmlformats.org/officeDocument/2006/relationships/notesMaster" Target="/ppt/notesMasters/notesMaster1.xml" Id="R093c58de4af843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/data/Projects/CAMS_2/00_book/figures/report/diagrams/dhcp-snooping-lab/topology-redrawn.png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/data/Projects/CAMS_2/00_book/figures/report/diagrams/dai-lab/ping-before-after.png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/data/Projects/CAMS_2/00_report/contents/09_kich_ban_1_dai.typ</a:t>
            </a:r>
          </a:p>
          <a:p xmlns:a="http://schemas.openxmlformats.org/drawingml/2006/main">
            <a:r>
              <a:t>/data/Projects/CAMS_2/00_book/figures/report/diagrams/dai-lab/switch-drops-syslog.png</a:t>
            </a:r>
          </a:p>
          <a:p xmlns:a="http://schemas.openxmlformats.org/drawingml/2006/main">
            <a:r>
              <a:t>/data/Projects/CAMS_2/00_book/figures/report/diagrams/dai-lab/cams-syslog-alert.png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/data/Projects/CAMS_2/00_book/figures/report/diagrams/ospf-lab2-five-routers/group-hosts.png</a:t>
            </a:r>
          </a:p>
          <a:p xmlns:a="http://schemas.openxmlformats.org/drawingml/2006/main">
            <a:r>
              <a:t>/data/Projects/CAMS_2/00_book/figures/report/diagrams/ospf-lab2-five-routers/group-networks.png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/data/Projects/CAMS_2/00_book/figures/report/diagrams/ospf-lab2-five-routers/verify-r1.png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/data/Projects/CAMS_2/00_report/contents/09_kich_ban_2_ospf.typ</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a:p xmlns:a="http://schemas.openxmlformats.org/drawingml/2006/main">
            <a:r>
              <a:t>ICMP type 3 code 3 ở chặng cuối UDP trace là phản hồi cổng không mở từ máy đích.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/data/Projects/CAMS_2/00_book/figures/report/diagrams/syslog-lab/syslog-lab-topology-report.png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/data/Projects/CAMS_2/data/Projects/CAMS_2/.codex-artifacts/cams-lab-images-20261009/build/assets/email.png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bằng ảnh: giới thiệu thao tác và chỉ vào kết quả trên ảnh. Các ảnh là bằng chứng đã chụp trong lab, không phải kết quả chạy trực tiếp tại buổi trình bày.</a:t>
            </a:r>
          </a:p>
          <a:p xmlns:a="http://schemas.openxmlformats.org/drawingml/2006/main">
            <a:r>
              <a:t/>
            </a:r>
          </a:p>
          <a:p xmlns:a="http://schemas.openxmlformats.org/drawingml/2006/main">
            <a:r>
              <a:t>Nguồn:</a:t>
            </a:r>
          </a:p>
          <a:p xmlns:a="http://schemas.openxmlformats.org/drawingml/2006/main">
            <a:r>
              <a:t>/data/Projects/CAMS_2/data/Projects/CAMS_2/.codex-artifacts/cams-lab-images-20261009/build/assets/acl-log.png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ae8ff858544b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a8a19bc2c345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4503bfd8d044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7dbbe1d69f4a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0b7eef75dc41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9fbabfe17842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CC6F6E-C2FB-4306-BBA5-1D01BB15BB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A41601-0692-42C0-8820-AE71D52A73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A12930-D109-4390-BBC3-6B8A11D514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D27463-AFE6-40CE-A74F-7F4C18C069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9356C4-C719-4901-8C35-74B8928260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7D5D63-95E5-4BC7-A56A-7229231205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4ABDCC-4976-499C-B72E-50C9BCF0EC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99DA5A-B7DC-4F11-9D97-FB2DD37AAA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B11D07-1CF6-40EB-B1A4-35C09CCE80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BD54FC-61B5-4642-8359-6DEC895F78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1e78434f0a4bf8" /><Relationship Type="http://schemas.openxmlformats.org/officeDocument/2006/relationships/slideLayout" Target="/ppt/slideLayouts/slideLayout1.xml" Id="R8fb605a2f0f14cf2" /><Relationship Type="http://schemas.openxmlformats.org/officeDocument/2006/relationships/slideLayout" Target="/ppt/slideLayouts/slideLayout2.xml" Id="Ra0350488e55443ea" /><Relationship Type="http://schemas.openxmlformats.org/officeDocument/2006/relationships/slideLayout" Target="/ppt/slideLayouts/slideLayout3.xml" Id="Re9a8e8cead9143f4" /><Relationship Type="http://schemas.openxmlformats.org/officeDocument/2006/relationships/slideLayout" Target="/ppt/slideLayouts/slideLayout4.xml" Id="R28f929a728954f7e" /><Relationship Type="http://schemas.openxmlformats.org/officeDocument/2006/relationships/slideLayout" Target="/ppt/slideLayouts/slideLayout5.xml" Id="Rd9be9cb127ba4117" /><Relationship Type="http://schemas.openxmlformats.org/officeDocument/2006/relationships/slideLayout" Target="/ppt/slideLayouts/slideLayout6.xml" Id="Rc03bca5b0f584f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605a2f0f14cf2"/>
    <p:sldLayoutId xmlns:r="http://schemas.openxmlformats.org/officeDocument/2006/relationships" id="2147483650" r:id="Ra0350488e55443ea"/>
    <p:sldLayoutId xmlns:r="http://schemas.openxmlformats.org/officeDocument/2006/relationships" id="2147483651" r:id="Re9a8e8cead9143f4"/>
    <p:sldLayoutId xmlns:r="http://schemas.openxmlformats.org/officeDocument/2006/relationships" id="2147483652" r:id="R28f929a728954f7e"/>
    <p:sldLayoutId xmlns:r="http://schemas.openxmlformats.org/officeDocument/2006/relationships" id="2147483653" r:id="Rd9be9cb127ba4117"/>
    <p:sldLayoutId xmlns:r="http://schemas.openxmlformats.org/officeDocument/2006/relationships" id="2147483654" r:id="Rc03bca5b0f584f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e06e190ccc4ad1" /><Relationship Type="http://schemas.openxmlformats.org/officeDocument/2006/relationships/image" Target="/ppt/media/image.png" Id="R4cd44bae95b14768" /><Relationship Type="http://schemas.openxmlformats.org/officeDocument/2006/relationships/notesSlide" Target="/ppt/notesSlides/notesSlide1.xml" Id="R43441eb5f07144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aa4069d20e4864" /><Relationship Type="http://schemas.openxmlformats.org/officeDocument/2006/relationships/image" Target="/ppt/media/image2.png" Id="Re80f5e3cd4584f1a" /><Relationship Type="http://schemas.openxmlformats.org/officeDocument/2006/relationships/image" Target="/ppt/media/image3.png" Id="R1a7d923647a54d2c" /><Relationship Type="http://schemas.openxmlformats.org/officeDocument/2006/relationships/notesSlide" Target="/ppt/notesSlides/notesSlide2.xml" Id="Rc32204690bfc4f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9dac23310b485f" /><Relationship Type="http://schemas.openxmlformats.org/officeDocument/2006/relationships/image" Target="/ppt/media/image4.png" Id="Rc9f4332e954c4526" /><Relationship Type="http://schemas.openxmlformats.org/officeDocument/2006/relationships/notesSlide" Target="/ppt/notesSlides/notesSlide3.xml" Id="R19a58afcbc4445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fbe787d32c4fd7" /><Relationship Type="http://schemas.openxmlformats.org/officeDocument/2006/relationships/image" Target="/ppt/media/image5.png" Id="R8100a8dcaf2d42d2" /><Relationship Type="http://schemas.openxmlformats.org/officeDocument/2006/relationships/image" Target="/ppt/media/image6.png" Id="R86c874d8da144fc6" /><Relationship Type="http://schemas.openxmlformats.org/officeDocument/2006/relationships/notesSlide" Target="/ppt/notesSlides/notesSlide4.xml" Id="R79a15368933945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750808b1c342e1" /><Relationship Type="http://schemas.openxmlformats.org/officeDocument/2006/relationships/image" Target="/ppt/media/image7.png" Id="Rc1028b275bed4d4f" /><Relationship Type="http://schemas.openxmlformats.org/officeDocument/2006/relationships/notesSlide" Target="/ppt/notesSlides/notesSlide5.xml" Id="R5368fa634e624e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195b5bb7154c37" /><Relationship Type="http://schemas.openxmlformats.org/officeDocument/2006/relationships/image" Target="/ppt/media/image8.png" Id="Reaabec14ccc646e0" /><Relationship Type="http://schemas.openxmlformats.org/officeDocument/2006/relationships/image" Target="/ppt/media/image9.png" Id="Rde65fbe3828d4307" /><Relationship Type="http://schemas.openxmlformats.org/officeDocument/2006/relationships/notesSlide" Target="/ppt/notesSlides/notesSlide6.xml" Id="R1599ac7e24f746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d58dabf9ab4d0e" /><Relationship Type="http://schemas.openxmlformats.org/officeDocument/2006/relationships/image" Target="/ppt/media/image10.png" Id="Ra35dc6fd030a463b" /><Relationship Type="http://schemas.openxmlformats.org/officeDocument/2006/relationships/image" Target="/ppt/media/image11.png" Id="R309eacd938874937" /><Relationship Type="http://schemas.openxmlformats.org/officeDocument/2006/relationships/notesSlide" Target="/ppt/notesSlides/notesSlide7.xml" Id="R76b7018abbfe4a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d15fe562b345f9" /><Relationship Type="http://schemas.openxmlformats.org/officeDocument/2006/relationships/image" Target="/ppt/media/image12.png" Id="R6042786fbfe24da3" /><Relationship Type="http://schemas.openxmlformats.org/officeDocument/2006/relationships/image" Target="/ppt/media/image13.png" Id="R68f915d8ac224a16" /><Relationship Type="http://schemas.openxmlformats.org/officeDocument/2006/relationships/notesSlide" Target="/ppt/notesSlides/notesSlide8.xml" Id="Ra779002a3d7d41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267576419c4571" /><Relationship Type="http://schemas.openxmlformats.org/officeDocument/2006/relationships/image" Target="/ppt/media/image14.png" Id="R710c6663731747f0" /><Relationship Type="http://schemas.openxmlformats.org/officeDocument/2006/relationships/notesSlide" Target="/ppt/notesSlides/notesSlide9.xml" Id="Rdac5f8763ecd4c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8ee3955fc14f31" /><Relationship Type="http://schemas.openxmlformats.org/officeDocument/2006/relationships/image" Target="/ppt/media/image15.png" Id="Rc833f1e8edf84f28" /><Relationship Type="http://schemas.openxmlformats.org/officeDocument/2006/relationships/notesSlide" Target="/ppt/notesSlides/notesSlide10.xml" Id="Ra11f8429c7304e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3102465ac594ab0" /><Relationship Type="http://schemas.openxmlformats.org/officeDocument/2006/relationships/image" Target="/ppt/media/image16.png" Id="R3f8e6e6ad2bd444a" /><Relationship Type="http://schemas.openxmlformats.org/officeDocument/2006/relationships/notesSlide" Target="/ppt/notesSlides/notesSlide11.xml" Id="R319cfaf2f69449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ff6e6abd3c04e9a" /><Relationship Type="http://schemas.openxmlformats.org/officeDocument/2006/relationships/image" Target="/ppt/media/image17.png" Id="Ra618d190379348ad" /><Relationship Type="http://schemas.openxmlformats.org/officeDocument/2006/relationships/notesSlide" Target="/ppt/notesSlides/notesSlide12.xml" Id="Rc764a562b17049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b66b7e9f3f49e8" /><Relationship Type="http://schemas.openxmlformats.org/officeDocument/2006/relationships/image" Target="/ppt/media/image18.png" Id="R03be828d8e544c72" /><Relationship Type="http://schemas.openxmlformats.org/officeDocument/2006/relationships/image" Target="/ppt/media/image19.png" Id="R25ade70cfa6f45dc" /><Relationship Type="http://schemas.openxmlformats.org/officeDocument/2006/relationships/notesSlide" Target="/ppt/notesSlides/notesSlide13.xml" Id="R216b887dc5d846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227beca843d4fb0" /><Relationship Type="http://schemas.openxmlformats.org/officeDocument/2006/relationships/image" Target="/ppt/media/image20.png" Id="R353804093fbd4227" /><Relationship Type="http://schemas.openxmlformats.org/officeDocument/2006/relationships/notesSlide" Target="/ppt/notesSlides/notesSlide14.xml" Id="Ra44bd26852034be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43CBD952-7428-4223-8419-DE164F41391E}"/>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 / DAI</a:t>
            </a:r>
          </a:p>
        </p:txBody>
      </p:sp>
      <p:sp>
        <p:nvSpPr>
          <p:cNvPr id="2" name="text-2">
            <a:extLst xmlns:a="http://schemas.openxmlformats.org/drawingml/2006/main">
              <a:ext uri="{FF2B5EF4-FFF2-40B4-BE49-F238E27FC236}">
                <a16:creationId xmlns:a16="http://schemas.microsoft.com/office/drawing/2014/main" id="{F1AB8966-1A68-46C1-BEA6-7BF7BE3EE08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kiểm thử DHCP Snooping</a:t>
            </a:r>
          </a:p>
        </p:txBody>
      </p:sp>
      <p:sp>
        <p:nvSpPr>
          <p:cNvPr id="3" name="text-3">
            <a:extLst xmlns:a="http://schemas.openxmlformats.org/drawingml/2006/main">
              <a:ext uri="{FF2B5EF4-FFF2-40B4-BE49-F238E27FC236}">
                <a16:creationId xmlns:a16="http://schemas.microsoft.com/office/drawing/2014/main" id="{737E37A9-D61B-407A-A156-5559DE60582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R2 nhận DHCP qua SW1; lần lượt thay đổi cổng tin cậy của hai nguồn cấp.</a:t>
            </a:r>
          </a:p>
        </p:txBody>
      </p:sp>
      <p:sp>
        <p:nvSpPr>
          <p:cNvPr id="4" name="text-4">
            <a:extLst xmlns:a="http://schemas.openxmlformats.org/drawingml/2006/main">
              <a:ext uri="{FF2B5EF4-FFF2-40B4-BE49-F238E27FC236}">
                <a16:creationId xmlns:a16="http://schemas.microsoft.com/office/drawing/2014/main" id="{EE127EAA-0164-4822-AD98-077DE83F254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01</a:t>
            </a:r>
          </a:p>
        </p:txBody>
      </p:sp>
      <p:pic>
        <p:nvPicPr>
          <p:cNvPr id="5" name="">
            <a:extLst xmlns:a="http://schemas.openxmlformats.org/drawingml/2006/main">
              <a:ext uri="{FF2B5EF4-FFF2-40B4-BE49-F238E27FC236}">
                <a16:creationId xmlns:a16="http://schemas.microsoft.com/office/drawing/2014/main" id="{3547278E-488C-42BE-8CA1-560C399EE739}"/>
              </a:ext>
            </a:extLst>
          </p:cNvPr>
          <p:cNvPicPr>
            <a:picLocks xmlns:a="http://schemas.openxmlformats.org/drawingml/2006/main" noChangeAspect="1"/>
          </p:cNvPicPr>
          <p:nvPr/>
        </p:nvPicPr>
        <p:blipFill>
          <a:blip xmlns:r="http://schemas.openxmlformats.org/officeDocument/2006/relationships" xmlns:a="http://schemas.openxmlformats.org/drawingml/2006/main" r:embed="R4cd44bae95b14768"/>
          <a:stretch xmlns:a="http://schemas.openxmlformats.org/drawingml/2006/main"/>
        </p:blipFill>
        <p:spPr>
          <a:xfrm xmlns:a="http://schemas.openxmlformats.org/drawingml/2006/main">
            <a:off x="2233083" y="1209675"/>
            <a:ext cx="7725833" cy="4867275"/>
          </a:xfrm>
          <a:prstGeom xmlns:a="http://schemas.openxmlformats.org/drawingml/2006/main" prst="rect">
            <a:avLst/>
          </a:prstGeom>
        </p:spPr>
      </p:pic>
    </p:spTree>
    <p:extLst>
      <p:ext uri="{BB962C8B-B14F-4D97-AF65-F5344CB8AC3E}">
        <p14:creationId xmlns:p14="http://schemas.microsoft.com/office/powerpoint/2010/main" val="8010886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5">
            <a:extLst xmlns:a="http://schemas.openxmlformats.org/drawingml/2006/main">
              <a:ext uri="{FF2B5EF4-FFF2-40B4-BE49-F238E27FC236}">
                <a16:creationId xmlns:a16="http://schemas.microsoft.com/office/drawing/2014/main" id="{78A47C90-9159-4551-B6B2-A646D281081B}"/>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DHCP SNOOPING</a:t>
            </a:r>
          </a:p>
        </p:txBody>
      </p:sp>
      <p:sp>
        <p:nvSpPr>
          <p:cNvPr id="2" name="text-6">
            <a:extLst xmlns:a="http://schemas.openxmlformats.org/drawingml/2006/main">
              <a:ext uri="{FF2B5EF4-FFF2-40B4-BE49-F238E27FC236}">
                <a16:creationId xmlns:a16="http://schemas.microsoft.com/office/drawing/2014/main" id="{74E05CD0-9655-4FE7-B45B-D7D5DE24E9A1}"/>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Địa chỉ nhận được khi đổi cổng tin cậy</a:t>
            </a:r>
          </a:p>
        </p:txBody>
      </p:sp>
      <p:sp>
        <p:nvSpPr>
          <p:cNvPr id="3" name="text-7">
            <a:extLst xmlns:a="http://schemas.openxmlformats.org/drawingml/2006/main">
              <a:ext uri="{FF2B5EF4-FFF2-40B4-BE49-F238E27FC236}">
                <a16:creationId xmlns:a16="http://schemas.microsoft.com/office/drawing/2014/main" id="{0AB89D92-7280-4BA4-9BA9-EE4838B07F4D}"/>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Nguồn cấp được chấp nhận phụ thuộc vào trạng thái tin cậy của cổng.</a:t>
            </a:r>
          </a:p>
        </p:txBody>
      </p:sp>
      <p:sp>
        <p:nvSpPr>
          <p:cNvPr id="4" name="text-8">
            <a:extLst xmlns:a="http://schemas.openxmlformats.org/drawingml/2006/main">
              <a:ext uri="{FF2B5EF4-FFF2-40B4-BE49-F238E27FC236}">
                <a16:creationId xmlns:a16="http://schemas.microsoft.com/office/drawing/2014/main" id="{F93AE917-7107-4CF3-A2EE-0DCDC70B27B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02</a:t>
            </a:r>
          </a:p>
        </p:txBody>
      </p:sp>
      <p:sp>
        <p:nvSpPr>
          <p:cNvPr id="5" name="text-9">
            <a:extLst xmlns:a="http://schemas.openxmlformats.org/drawingml/2006/main">
              <a:ext uri="{FF2B5EF4-FFF2-40B4-BE49-F238E27FC236}">
                <a16:creationId xmlns:a16="http://schemas.microsoft.com/office/drawing/2014/main" id="{F7F85E4F-10BD-450F-B635-D77C08ABC402}"/>
              </a:ext>
            </a:extLst>
          </p:cNvPr>
          <p:cNvSpPr>
            <a:spLocks xmlns:a="http://schemas.openxmlformats.org/drawingml/2006/main" noGrp="1"/>
          </p:cNvSpPr>
          <p:nvPr/>
        </p:nvSpPr>
        <p:spPr>
          <a:xfrm xmlns:a="http://schemas.openxmlformats.org/drawingml/2006/main">
            <a:off x="381000" y="14287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Gi0/1 nối R1 → 192.168.10.4</a:t>
            </a:r>
          </a:p>
        </p:txBody>
      </p:sp>
      <p:pic>
        <p:nvPicPr>
          <p:cNvPr id="6" name="">
            <a:extLst xmlns:a="http://schemas.openxmlformats.org/drawingml/2006/main">
              <a:ext uri="{FF2B5EF4-FFF2-40B4-BE49-F238E27FC236}">
                <a16:creationId xmlns:a16="http://schemas.microsoft.com/office/drawing/2014/main" id="{7233C634-846E-4191-A29D-4D6DFB7713F4}"/>
              </a:ext>
            </a:extLst>
          </p:cNvPr>
          <p:cNvPicPr>
            <a:picLocks xmlns:a="http://schemas.openxmlformats.org/drawingml/2006/main" noChangeAspect="1"/>
          </p:cNvPicPr>
          <p:nvPr/>
        </p:nvPicPr>
        <p:blipFill>
          <a:blip xmlns:r="http://schemas.openxmlformats.org/officeDocument/2006/relationships" xmlns:a="http://schemas.openxmlformats.org/drawingml/2006/main" r:embed="Re80f5e3cd4584f1a"/>
          <a:stretch xmlns:a="http://schemas.openxmlformats.org/drawingml/2006/main"/>
        </p:blipFill>
        <p:spPr>
          <a:xfrm xmlns:a="http://schemas.openxmlformats.org/drawingml/2006/main">
            <a:off x="1726601" y="1914525"/>
            <a:ext cx="8738797" cy="2000250"/>
          </a:xfrm>
          <a:prstGeom xmlns:a="http://schemas.openxmlformats.org/drawingml/2006/main" prst="rect">
            <a:avLst/>
          </a:prstGeom>
        </p:spPr>
      </p:pic>
      <p:sp>
        <p:nvSpPr>
          <p:cNvPr id="7" name="text-10">
            <a:extLst xmlns:a="http://schemas.openxmlformats.org/drawingml/2006/main">
              <a:ext uri="{FF2B5EF4-FFF2-40B4-BE49-F238E27FC236}">
                <a16:creationId xmlns:a16="http://schemas.microsoft.com/office/drawing/2014/main" id="{CFDD8DCC-6CD9-4BF0-B71A-99993753F550}"/>
              </a:ext>
            </a:extLst>
          </p:cNvPr>
          <p:cNvSpPr>
            <a:spLocks xmlns:a="http://schemas.openxmlformats.org/drawingml/2006/main" noGrp="1"/>
          </p:cNvSpPr>
          <p:nvPr/>
        </p:nvSpPr>
        <p:spPr>
          <a:xfrm xmlns:a="http://schemas.openxmlformats.org/drawingml/2006/main">
            <a:off x="381000" y="422910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12B"/>
                </a:solidFill>
                <a:latin typeface="Carlito"/>
                <a:ea typeface="Carlito"/>
                <a:cs typeface="Carlito"/>
              </a:defRPr>
            </a:defPPr>
          </a:lstStyle>
          <a:p xmlns:a="http://schemas.openxmlformats.org/drawingml/2006/main">
            <a:pPr algn="l">
              <a:defRPr sz="2100" b="1">
                <a:solidFill>
                  <a:srgbClr val="17212B"/>
                </a:solidFill>
                <a:latin typeface="Carlito"/>
                <a:ea typeface="Carlito"/>
                <a:cs typeface="Carlito"/>
              </a:defRPr>
            </a:pPr>
            <a:r>
              <a:rPr sz="2100" b="1">
                <a:solidFill>
                  <a:srgbClr val="17212B"/>
                </a:solidFill>
                <a:latin typeface="Carlito"/>
                <a:ea typeface="Carlito"/>
                <a:cs typeface="Carlito"/>
              </a:rPr>
              <a:t>Tin cậy Gi0/3 nối FAKE_DHCP → 192.168.66.100</a:t>
            </a:r>
          </a:p>
        </p:txBody>
      </p:sp>
      <p:pic>
        <p:nvPicPr>
          <p:cNvPr id="8" name="">
            <a:extLst xmlns:a="http://schemas.openxmlformats.org/drawingml/2006/main">
              <a:ext uri="{FF2B5EF4-FFF2-40B4-BE49-F238E27FC236}">
                <a16:creationId xmlns:a16="http://schemas.microsoft.com/office/drawing/2014/main" id="{25AFEC93-BFA9-4B02-8C03-9203FC1BA1CA}"/>
              </a:ext>
            </a:extLst>
          </p:cNvPr>
          <p:cNvPicPr>
            <a:picLocks xmlns:a="http://schemas.openxmlformats.org/drawingml/2006/main" noChangeAspect="1"/>
          </p:cNvPicPr>
          <p:nvPr/>
        </p:nvPicPr>
        <p:blipFill>
          <a:blip xmlns:r="http://schemas.openxmlformats.org/officeDocument/2006/relationships" xmlns:a="http://schemas.openxmlformats.org/drawingml/2006/main" r:embed="R1a7d923647a54d2c"/>
          <a:stretch xmlns:a="http://schemas.openxmlformats.org/drawingml/2006/main"/>
        </p:blipFill>
        <p:spPr>
          <a:xfrm xmlns:a="http://schemas.openxmlformats.org/drawingml/2006/main">
            <a:off x="1839686" y="4714875"/>
            <a:ext cx="8512629" cy="1295400"/>
          </a:xfrm>
          <a:prstGeom xmlns:a="http://schemas.openxmlformats.org/drawingml/2006/main" prst="rect">
            <a:avLst/>
          </a:prstGeom>
        </p:spPr>
      </p:pic>
    </p:spTree>
    <p:extLst>
      <p:ext uri="{BB962C8B-B14F-4D97-AF65-F5344CB8AC3E}">
        <p14:creationId xmlns:p14="http://schemas.microsoft.com/office/powerpoint/2010/main" val="17316921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1">
            <a:extLst xmlns:a="http://schemas.openxmlformats.org/drawingml/2006/main">
              <a:ext uri="{FF2B5EF4-FFF2-40B4-BE49-F238E27FC236}">
                <a16:creationId xmlns:a16="http://schemas.microsoft.com/office/drawing/2014/main" id="{AC0158BF-C921-4AE8-9798-87FDE603FD89}"/>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2">
            <a:extLst xmlns:a="http://schemas.openxmlformats.org/drawingml/2006/main">
              <a:ext uri="{FF2B5EF4-FFF2-40B4-BE49-F238E27FC236}">
                <a16:creationId xmlns:a16="http://schemas.microsoft.com/office/drawing/2014/main" id="{C7AEB4F1-5CF5-46E9-91B6-AEDD270B5F8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chứng: DHCP hợp lệ và IP không khớp binding</a:t>
            </a:r>
          </a:p>
        </p:txBody>
      </p:sp>
      <p:sp>
        <p:nvSpPr>
          <p:cNvPr id="3" name="text-13">
            <a:extLst xmlns:a="http://schemas.openxmlformats.org/drawingml/2006/main">
              <a:ext uri="{FF2B5EF4-FFF2-40B4-BE49-F238E27FC236}">
                <a16:creationId xmlns:a16="http://schemas.microsoft.com/office/drawing/2014/main" id="{0C00A242-737D-406A-A183-D20058A84A33}"/>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IP 192.168.10.4: 5/5 hồi đáp · IP 192.168.10.250: 0/5 hồi đáp.</a:t>
            </a:r>
          </a:p>
        </p:txBody>
      </p:sp>
      <p:sp>
        <p:nvSpPr>
          <p:cNvPr id="4" name="text-14">
            <a:extLst xmlns:a="http://schemas.openxmlformats.org/drawingml/2006/main">
              <a:ext uri="{FF2B5EF4-FFF2-40B4-BE49-F238E27FC236}">
                <a16:creationId xmlns:a16="http://schemas.microsoft.com/office/drawing/2014/main" id="{3EC0D052-3649-4C3A-9FA4-CB7C2149DE11}"/>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03</a:t>
            </a:r>
          </a:p>
        </p:txBody>
      </p:sp>
      <p:pic>
        <p:nvPicPr>
          <p:cNvPr id="5" name="">
            <a:extLst xmlns:a="http://schemas.openxmlformats.org/drawingml/2006/main">
              <a:ext uri="{FF2B5EF4-FFF2-40B4-BE49-F238E27FC236}">
                <a16:creationId xmlns:a16="http://schemas.microsoft.com/office/drawing/2014/main" id="{E38D2BD5-2F3A-467D-93C2-1B7BE9E47A78}"/>
              </a:ext>
            </a:extLst>
          </p:cNvPr>
          <p:cNvPicPr>
            <a:picLocks xmlns:a="http://schemas.openxmlformats.org/drawingml/2006/main" noChangeAspect="1"/>
          </p:cNvPicPr>
          <p:nvPr/>
        </p:nvPicPr>
        <p:blipFill>
          <a:blip xmlns:r="http://schemas.openxmlformats.org/officeDocument/2006/relationships" xmlns:a="http://schemas.openxmlformats.org/drawingml/2006/main" r:embed="Rc9f4332e954c4526"/>
          <a:stretch xmlns:a="http://schemas.openxmlformats.org/drawingml/2006/main"/>
        </p:blipFill>
        <p:spPr>
          <a:xfrm xmlns:a="http://schemas.openxmlformats.org/drawingml/2006/main">
            <a:off x="992633" y="1228725"/>
            <a:ext cx="10206733" cy="4857750"/>
          </a:xfrm>
          <a:prstGeom xmlns:a="http://schemas.openxmlformats.org/drawingml/2006/main" prst="rect">
            <a:avLst/>
          </a:prstGeom>
        </p:spPr>
      </p:pic>
    </p:spTree>
    <p:extLst>
      <p:ext uri="{BB962C8B-B14F-4D97-AF65-F5344CB8AC3E}">
        <p14:creationId xmlns:p14="http://schemas.microsoft.com/office/powerpoint/2010/main" val="9780438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5">
            <a:extLst xmlns:a="http://schemas.openxmlformats.org/drawingml/2006/main">
              <a:ext uri="{FF2B5EF4-FFF2-40B4-BE49-F238E27FC236}">
                <a16:creationId xmlns:a16="http://schemas.microsoft.com/office/drawing/2014/main" id="{C8CF0C45-0D9F-4313-9162-DCB62B197741}"/>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1 · DAI</a:t>
            </a:r>
          </a:p>
        </p:txBody>
      </p:sp>
      <p:sp>
        <p:nvSpPr>
          <p:cNvPr id="2" name="text-16">
            <a:extLst xmlns:a="http://schemas.openxmlformats.org/drawingml/2006/main">
              <a:ext uri="{FF2B5EF4-FFF2-40B4-BE49-F238E27FC236}">
                <a16:creationId xmlns:a16="http://schemas.microsoft.com/office/drawing/2014/main" id="{E9759E8F-AC94-43CB-9915-A69E237CBA45}"/>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Bộ đếm vi phạm và cảnh báo trên CAMS</a:t>
            </a:r>
          </a:p>
        </p:txBody>
      </p:sp>
      <p:sp>
        <p:nvSpPr>
          <p:cNvPr id="3" name="text-17">
            <a:extLst xmlns:a="http://schemas.openxmlformats.org/drawingml/2006/main">
              <a:ext uri="{FF2B5EF4-FFF2-40B4-BE49-F238E27FC236}">
                <a16:creationId xmlns:a16="http://schemas.microsoft.com/office/drawing/2014/main" id="{12E6CF99-61CA-4C98-B1E8-579F260A045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DAI loại bỏ ARP sai; CAMS tiếp nhận Syslog và sinh cảnh báo tương ứng.</a:t>
            </a:r>
          </a:p>
        </p:txBody>
      </p:sp>
      <p:sp>
        <p:nvSpPr>
          <p:cNvPr id="4" name="text-18">
            <a:extLst xmlns:a="http://schemas.openxmlformats.org/drawingml/2006/main">
              <a:ext uri="{FF2B5EF4-FFF2-40B4-BE49-F238E27FC236}">
                <a16:creationId xmlns:a16="http://schemas.microsoft.com/office/drawing/2014/main" id="{1A7F028B-3898-4015-826B-B8E04A64C3CF}"/>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4C7D69E1-DC3B-4142-9317-535AA90A37AA}"/>
              </a:ext>
            </a:extLst>
          </p:cNvPr>
          <p:cNvPicPr>
            <a:picLocks xmlns:a="http://schemas.openxmlformats.org/drawingml/2006/main" noChangeAspect="1"/>
          </p:cNvPicPr>
          <p:nvPr/>
        </p:nvPicPr>
        <p:blipFill>
          <a:blip xmlns:r="http://schemas.openxmlformats.org/officeDocument/2006/relationships" xmlns:a="http://schemas.openxmlformats.org/drawingml/2006/main" r:embed="R8100a8dcaf2d42d2"/>
          <a:stretch xmlns:a="http://schemas.openxmlformats.org/drawingml/2006/main"/>
        </p:blipFill>
        <p:spPr>
          <a:xfrm xmlns:a="http://schemas.openxmlformats.org/drawingml/2006/main">
            <a:off x="2531341" y="1238250"/>
            <a:ext cx="7129318" cy="2476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68C8327-69BD-4276-8A98-3E00EB986BC8}"/>
              </a:ext>
            </a:extLst>
          </p:cNvPr>
          <p:cNvPicPr>
            <a:picLocks xmlns:a="http://schemas.openxmlformats.org/drawingml/2006/main" noChangeAspect="1"/>
          </p:cNvPicPr>
          <p:nvPr/>
        </p:nvPicPr>
        <p:blipFill>
          <a:blip xmlns:r="http://schemas.openxmlformats.org/officeDocument/2006/relationships" xmlns:a="http://schemas.openxmlformats.org/drawingml/2006/main" r:embed="R86c874d8da144fc6"/>
          <a:stretch xmlns:a="http://schemas.openxmlformats.org/drawingml/2006/main"/>
        </p:blipFill>
        <p:spPr>
          <a:xfrm xmlns:a="http://schemas.openxmlformats.org/drawingml/2006/main">
            <a:off x="993859" y="3857625"/>
            <a:ext cx="10204283" cy="2190750"/>
          </a:xfrm>
          <a:prstGeom xmlns:a="http://schemas.openxmlformats.org/drawingml/2006/main" prst="rect">
            <a:avLst/>
          </a:prstGeom>
        </p:spPr>
      </p:pic>
    </p:spTree>
    <p:extLst>
      <p:ext uri="{BB962C8B-B14F-4D97-AF65-F5344CB8AC3E}">
        <p14:creationId xmlns:p14="http://schemas.microsoft.com/office/powerpoint/2010/main" val="16534869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9">
            <a:extLst xmlns:a="http://schemas.openxmlformats.org/drawingml/2006/main">
              <a:ext uri="{FF2B5EF4-FFF2-40B4-BE49-F238E27FC236}">
                <a16:creationId xmlns:a16="http://schemas.microsoft.com/office/drawing/2014/main" id="{A98A4E80-EA3C-416B-81DE-88B3C0024C5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0">
            <a:extLst xmlns:a="http://schemas.openxmlformats.org/drawingml/2006/main">
              <a:ext uri="{FF2B5EF4-FFF2-40B4-BE49-F238E27FC236}">
                <a16:creationId xmlns:a16="http://schemas.microsoft.com/office/drawing/2014/main" id="{F2B709A9-EE2E-4B1B-BBC5-CF5009878E5B}"/>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OSPF trên 5 router</a:t>
            </a:r>
          </a:p>
        </p:txBody>
      </p:sp>
      <p:sp>
        <p:nvSpPr>
          <p:cNvPr id="3" name="text-21">
            <a:extLst xmlns:a="http://schemas.openxmlformats.org/drawingml/2006/main">
              <a:ext uri="{FF2B5EF4-FFF2-40B4-BE49-F238E27FC236}">
                <a16:creationId xmlns:a16="http://schemas.microsoft.com/office/drawing/2014/main" id="{443F9631-6292-4578-A490-431025D73537}"/>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Ba LAN thử nghiệm; mạng quản trị 192.168.122.0/24 không tham gia OSPF.</a:t>
            </a:r>
          </a:p>
        </p:txBody>
      </p:sp>
      <p:sp>
        <p:nvSpPr>
          <p:cNvPr id="4" name="text-22">
            <a:extLst xmlns:a="http://schemas.openxmlformats.org/drawingml/2006/main">
              <a:ext uri="{FF2B5EF4-FFF2-40B4-BE49-F238E27FC236}">
                <a16:creationId xmlns:a16="http://schemas.microsoft.com/office/drawing/2014/main" id="{5154A186-83CE-4291-9D63-31EA58C35D0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05</a:t>
            </a:r>
          </a:p>
        </p:txBody>
      </p:sp>
      <p:pic>
        <p:nvPicPr>
          <p:cNvPr id="5" name="">
            <a:extLst xmlns:a="http://schemas.openxmlformats.org/drawingml/2006/main">
              <a:ext uri="{FF2B5EF4-FFF2-40B4-BE49-F238E27FC236}">
                <a16:creationId xmlns:a16="http://schemas.microsoft.com/office/drawing/2014/main" id="{5CAF4168-9D40-44F1-BA31-B24E03F2C176}"/>
              </a:ext>
            </a:extLst>
          </p:cNvPr>
          <p:cNvPicPr>
            <a:picLocks xmlns:a="http://schemas.openxmlformats.org/drawingml/2006/main" noChangeAspect="1"/>
          </p:cNvPicPr>
          <p:nvPr/>
        </p:nvPicPr>
        <p:blipFill>
          <a:blip xmlns:r="http://schemas.openxmlformats.org/officeDocument/2006/relationships" xmlns:a="http://schemas.openxmlformats.org/drawingml/2006/main" r:embed="Rc1028b275bed4d4f"/>
          <a:stretch xmlns:a="http://schemas.openxmlformats.org/drawingml/2006/main"/>
        </p:blipFill>
        <p:spPr>
          <a:xfrm xmlns:a="http://schemas.openxmlformats.org/drawingml/2006/main">
            <a:off x="2757168" y="1209675"/>
            <a:ext cx="6677664" cy="4867275"/>
          </a:xfrm>
          <a:prstGeom xmlns:a="http://schemas.openxmlformats.org/drawingml/2006/main" prst="rect">
            <a:avLst/>
          </a:prstGeom>
        </p:spPr>
      </p:pic>
    </p:spTree>
    <p:extLst>
      <p:ext uri="{BB962C8B-B14F-4D97-AF65-F5344CB8AC3E}">
        <p14:creationId xmlns:p14="http://schemas.microsoft.com/office/powerpoint/2010/main" val="16560781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3">
            <a:extLst xmlns:a="http://schemas.openxmlformats.org/drawingml/2006/main">
              <a:ext uri="{FF2B5EF4-FFF2-40B4-BE49-F238E27FC236}">
                <a16:creationId xmlns:a16="http://schemas.microsoft.com/office/drawing/2014/main" id="{BA08A210-CF54-4A17-8FAD-367A6442655D}"/>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4">
            <a:extLst xmlns:a="http://schemas.openxmlformats.org/drawingml/2006/main">
              <a:ext uri="{FF2B5EF4-FFF2-40B4-BE49-F238E27FC236}">
                <a16:creationId xmlns:a16="http://schemas.microsoft.com/office/drawing/2014/main" id="{F012C699-6834-40FC-B142-1C23128A244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Khai báo nhóm và chọn mạng trên CAMS</a:t>
            </a:r>
          </a:p>
        </p:txBody>
      </p:sp>
      <p:sp>
        <p:nvSpPr>
          <p:cNvPr id="3" name="text-25">
            <a:extLst xmlns:a="http://schemas.openxmlformats.org/drawingml/2006/main">
              <a:ext uri="{FF2B5EF4-FFF2-40B4-BE49-F238E27FC236}">
                <a16:creationId xmlns:a16="http://schemas.microsoft.com/office/drawing/2014/main" id="{CB8C3E13-2346-4569-8B4D-D2D6CED133F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Chọn R1–R5, chọn mạng nghiệp vụ và gửi cấu hình qua Save &amp; Push.</a:t>
            </a:r>
          </a:p>
        </p:txBody>
      </p:sp>
      <p:sp>
        <p:nvSpPr>
          <p:cNvPr id="4" name="text-26">
            <a:extLst xmlns:a="http://schemas.openxmlformats.org/drawingml/2006/main">
              <a:ext uri="{FF2B5EF4-FFF2-40B4-BE49-F238E27FC236}">
                <a16:creationId xmlns:a16="http://schemas.microsoft.com/office/drawing/2014/main" id="{5D75D22F-06D7-4C8F-8856-E1391DDD1AC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A03D0B4D-9C31-4485-AEB3-2A2D768323B6}"/>
              </a:ext>
            </a:extLst>
          </p:cNvPr>
          <p:cNvPicPr>
            <a:picLocks xmlns:a="http://schemas.openxmlformats.org/drawingml/2006/main" noChangeAspect="1"/>
          </p:cNvPicPr>
          <p:nvPr/>
        </p:nvPicPr>
        <p:blipFill>
          <a:blip xmlns:r="http://schemas.openxmlformats.org/officeDocument/2006/relationships" xmlns:a="http://schemas.openxmlformats.org/drawingml/2006/main" r:embed="Reaabec14ccc646e0"/>
          <a:stretch xmlns:a="http://schemas.openxmlformats.org/drawingml/2006/main"/>
        </p:blipFill>
        <p:spPr>
          <a:xfrm xmlns:a="http://schemas.openxmlformats.org/drawingml/2006/main">
            <a:off x="381000" y="1987868"/>
            <a:ext cx="3905250" cy="335851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D145F76-051D-4E1C-9C3A-BC1701B92C2B}"/>
              </a:ext>
            </a:extLst>
          </p:cNvPr>
          <p:cNvPicPr>
            <a:picLocks xmlns:a="http://schemas.openxmlformats.org/drawingml/2006/main" noChangeAspect="1"/>
          </p:cNvPicPr>
          <p:nvPr/>
        </p:nvPicPr>
        <p:blipFill>
          <a:blip xmlns:r="http://schemas.openxmlformats.org/officeDocument/2006/relationships" xmlns:a="http://schemas.openxmlformats.org/drawingml/2006/main" r:embed="Rde65fbe3828d4307"/>
          <a:stretch xmlns:a="http://schemas.openxmlformats.org/drawingml/2006/main"/>
        </p:blipFill>
        <p:spPr>
          <a:xfrm xmlns:a="http://schemas.openxmlformats.org/drawingml/2006/main">
            <a:off x="4572000" y="1601058"/>
            <a:ext cx="7239000" cy="4132133"/>
          </a:xfrm>
          <a:prstGeom xmlns:a="http://schemas.openxmlformats.org/drawingml/2006/main" prst="rect">
            <a:avLst/>
          </a:prstGeom>
        </p:spPr>
      </p:pic>
    </p:spTree>
    <p:extLst>
      <p:ext uri="{BB962C8B-B14F-4D97-AF65-F5344CB8AC3E}">
        <p14:creationId xmlns:p14="http://schemas.microsoft.com/office/powerpoint/2010/main" val="6018921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7">
            <a:extLst xmlns:a="http://schemas.openxmlformats.org/drawingml/2006/main">
              <a:ext uri="{FF2B5EF4-FFF2-40B4-BE49-F238E27FC236}">
                <a16:creationId xmlns:a16="http://schemas.microsoft.com/office/drawing/2014/main" id="{C46BB728-C336-4B3D-8A86-A8C18105C95A}"/>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28">
            <a:extLst xmlns:a="http://schemas.openxmlformats.org/drawingml/2006/main">
              <a:ext uri="{FF2B5EF4-FFF2-40B4-BE49-F238E27FC236}">
                <a16:creationId xmlns:a16="http://schemas.microsoft.com/office/drawing/2014/main" id="{F00C4CAF-5342-47D7-9565-742D879BBA6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Xác minh láng giềng và tuyến học được trên R1</a:t>
            </a:r>
          </a:p>
        </p:txBody>
      </p:sp>
      <p:sp>
        <p:nvSpPr>
          <p:cNvPr id="3" name="text-29">
            <a:extLst xmlns:a="http://schemas.openxmlformats.org/drawingml/2006/main">
              <a:ext uri="{FF2B5EF4-FFF2-40B4-BE49-F238E27FC236}">
                <a16:creationId xmlns:a16="http://schemas.microsoft.com/office/drawing/2014/main" id="{2E7CB356-D4D1-4AB3-8201-D5FF71C24095}"/>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Láng giềng FULL; R1 học được tuyến tới LAN 192.168.20.0/24 và 192.168.50.0/24.</a:t>
            </a:r>
          </a:p>
        </p:txBody>
      </p:sp>
      <p:sp>
        <p:nvSpPr>
          <p:cNvPr id="4" name="text-30">
            <a:extLst xmlns:a="http://schemas.openxmlformats.org/drawingml/2006/main">
              <a:ext uri="{FF2B5EF4-FFF2-40B4-BE49-F238E27FC236}">
                <a16:creationId xmlns:a16="http://schemas.microsoft.com/office/drawing/2014/main" id="{5DC404BF-50CE-4518-9BEB-B55759B478EA}"/>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07</a:t>
            </a:r>
          </a:p>
        </p:txBody>
      </p:sp>
      <p:sp>
        <p:nvSpPr>
          <p:cNvPr id="5" name="text-31">
            <a:extLst xmlns:a="http://schemas.openxmlformats.org/drawingml/2006/main">
              <a:ext uri="{FF2B5EF4-FFF2-40B4-BE49-F238E27FC236}">
                <a16:creationId xmlns:a16="http://schemas.microsoft.com/office/drawing/2014/main" id="{3C268E6C-7251-452B-9BE7-E91311C0EFEE}"/>
              </a:ext>
            </a:extLst>
          </p:cNvPr>
          <p:cNvSpPr>
            <a:spLocks xmlns:a="http://schemas.openxmlformats.org/drawingml/2006/main" noGrp="1"/>
          </p:cNvSpPr>
          <p:nvPr/>
        </p:nvSpPr>
        <p:spPr>
          <a:xfrm xmlns:a="http://schemas.openxmlformats.org/drawingml/2006/main">
            <a:off x="381000" y="142875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ospf neighbor</a:t>
            </a:r>
          </a:p>
        </p:txBody>
      </p:sp>
      <p:pic>
        <p:nvPicPr>
          <p:cNvPr id="6" name="">
            <a:extLst xmlns:a="http://schemas.openxmlformats.org/drawingml/2006/main">
              <a:ext uri="{FF2B5EF4-FFF2-40B4-BE49-F238E27FC236}">
                <a16:creationId xmlns:a16="http://schemas.microsoft.com/office/drawing/2014/main" id="{BF037451-E2E4-409C-A2C9-C37ADDD4A349}"/>
              </a:ext>
            </a:extLst>
          </p:cNvPr>
          <p:cNvPicPr>
            <a:picLocks xmlns:a="http://schemas.openxmlformats.org/drawingml/2006/main" noChangeAspect="1"/>
          </p:cNvPicPr>
          <p:nvPr/>
        </p:nvPicPr>
        <p:blipFill>
          <a:blip xmlns:r="http://schemas.openxmlformats.org/officeDocument/2006/relationships" xmlns:a="http://schemas.openxmlformats.org/drawingml/2006/main" r:embed="Ra35dc6fd030a463b"/>
          <a:stretch xmlns:a="http://schemas.openxmlformats.org/drawingml/2006/main"/>
        </p:blipFill>
        <p:spPr>
          <a:xfrm xmlns:a="http://schemas.openxmlformats.org/drawingml/2006/main">
            <a:off x="381000" y="1929654"/>
            <a:ext cx="11430000" cy="1541368"/>
          </a:xfrm>
          <a:prstGeom xmlns:a="http://schemas.openxmlformats.org/drawingml/2006/main" prst="rect">
            <a:avLst/>
          </a:prstGeom>
        </p:spPr>
      </p:pic>
      <p:sp>
        <p:nvSpPr>
          <p:cNvPr id="7" name="text-32">
            <a:extLst xmlns:a="http://schemas.openxmlformats.org/drawingml/2006/main">
              <a:ext uri="{FF2B5EF4-FFF2-40B4-BE49-F238E27FC236}">
                <a16:creationId xmlns:a16="http://schemas.microsoft.com/office/drawing/2014/main" id="{6173911A-394F-42E1-B69B-46CA82CE3577}"/>
              </a:ext>
            </a:extLst>
          </p:cNvPr>
          <p:cNvSpPr>
            <a:spLocks xmlns:a="http://schemas.openxmlformats.org/drawingml/2006/main" noGrp="1"/>
          </p:cNvSpPr>
          <p:nvPr/>
        </p:nvSpPr>
        <p:spPr>
          <a:xfrm xmlns:a="http://schemas.openxmlformats.org/drawingml/2006/main">
            <a:off x="381000" y="39147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show ip route ospf — trích các tuyến nghiệp vụ</a:t>
            </a:r>
          </a:p>
        </p:txBody>
      </p:sp>
      <p:pic>
        <p:nvPicPr>
          <p:cNvPr id="8" name="">
            <a:extLst xmlns:a="http://schemas.openxmlformats.org/drawingml/2006/main">
              <a:ext uri="{FF2B5EF4-FFF2-40B4-BE49-F238E27FC236}">
                <a16:creationId xmlns:a16="http://schemas.microsoft.com/office/drawing/2014/main" id="{4F2D5E40-3C3F-4337-B829-B8055684FEB3}"/>
              </a:ext>
            </a:extLst>
          </p:cNvPr>
          <p:cNvPicPr>
            <a:picLocks xmlns:a="http://schemas.openxmlformats.org/drawingml/2006/main" noChangeAspect="1"/>
          </p:cNvPicPr>
          <p:nvPr/>
        </p:nvPicPr>
        <p:blipFill>
          <a:blip xmlns:r="http://schemas.openxmlformats.org/officeDocument/2006/relationships" xmlns:a="http://schemas.openxmlformats.org/drawingml/2006/main" r:embed="R309eacd938874937"/>
          <a:stretch xmlns:a="http://schemas.openxmlformats.org/drawingml/2006/main"/>
        </p:blipFill>
        <p:spPr>
          <a:xfrm xmlns:a="http://schemas.openxmlformats.org/drawingml/2006/main">
            <a:off x="625186" y="4371975"/>
            <a:ext cx="10941627" cy="1714500"/>
          </a:xfrm>
          <a:prstGeom xmlns:a="http://schemas.openxmlformats.org/drawingml/2006/main" prst="rect">
            <a:avLst/>
          </a:prstGeom>
        </p:spPr>
      </p:pic>
    </p:spTree>
    <p:extLst>
      <p:ext uri="{BB962C8B-B14F-4D97-AF65-F5344CB8AC3E}">
        <p14:creationId xmlns:p14="http://schemas.microsoft.com/office/powerpoint/2010/main" val="4911310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3">
            <a:extLst xmlns:a="http://schemas.openxmlformats.org/drawingml/2006/main">
              <a:ext uri="{FF2B5EF4-FFF2-40B4-BE49-F238E27FC236}">
                <a16:creationId xmlns:a16="http://schemas.microsoft.com/office/drawing/2014/main" id="{38F3F376-2A94-4FCE-B28C-E0310F595882}"/>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2 · OSPF</a:t>
            </a:r>
          </a:p>
        </p:txBody>
      </p:sp>
      <p:sp>
        <p:nvSpPr>
          <p:cNvPr id="2" name="text-34">
            <a:extLst xmlns:a="http://schemas.openxmlformats.org/drawingml/2006/main">
              <a:ext uri="{FF2B5EF4-FFF2-40B4-BE49-F238E27FC236}">
                <a16:creationId xmlns:a16="http://schemas.microsoft.com/office/drawing/2014/main" id="{CD96831A-686D-4344-96B2-DB3F01A59DE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Ping và trace từ VPC8 tới VPC10</a:t>
            </a:r>
          </a:p>
        </p:txBody>
      </p:sp>
      <p:sp>
        <p:nvSpPr>
          <p:cNvPr id="3" name="text-35">
            <a:extLst xmlns:a="http://schemas.openxmlformats.org/drawingml/2006/main">
              <a:ext uri="{FF2B5EF4-FFF2-40B4-BE49-F238E27FC236}">
                <a16:creationId xmlns:a16="http://schemas.microsoft.com/office/drawing/2014/main" id="{FAE4D0D7-53A0-4597-8025-C9EB4916476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Đường đi: VPC8 → R1 → R3 → R4 → R5 → VPC10.</a:t>
            </a:r>
          </a:p>
        </p:txBody>
      </p:sp>
      <p:sp>
        <p:nvSpPr>
          <p:cNvPr id="4" name="text-36">
            <a:extLst xmlns:a="http://schemas.openxmlformats.org/drawingml/2006/main">
              <a:ext uri="{FF2B5EF4-FFF2-40B4-BE49-F238E27FC236}">
                <a16:creationId xmlns:a16="http://schemas.microsoft.com/office/drawing/2014/main" id="{ACAD7A58-5A0B-45AA-9710-08ADF59C6076}"/>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08</a:t>
            </a:r>
          </a:p>
        </p:txBody>
      </p:sp>
      <p:pic>
        <p:nvPicPr>
          <p:cNvPr id="5" name="">
            <a:extLst xmlns:a="http://schemas.openxmlformats.org/drawingml/2006/main">
              <a:ext uri="{FF2B5EF4-FFF2-40B4-BE49-F238E27FC236}">
                <a16:creationId xmlns:a16="http://schemas.microsoft.com/office/drawing/2014/main" id="{985832D5-4C49-4A4B-B946-8AACB6EA6124}"/>
              </a:ext>
            </a:extLst>
          </p:cNvPr>
          <p:cNvPicPr>
            <a:picLocks xmlns:a="http://schemas.openxmlformats.org/drawingml/2006/main" noChangeAspect="1"/>
          </p:cNvPicPr>
          <p:nvPr/>
        </p:nvPicPr>
        <p:blipFill>
          <a:blip xmlns:r="http://schemas.openxmlformats.org/officeDocument/2006/relationships" xmlns:a="http://schemas.openxmlformats.org/drawingml/2006/main" r:embed="R6042786fbfe24da3"/>
          <a:stretch xmlns:a="http://schemas.openxmlformats.org/drawingml/2006/main"/>
        </p:blipFill>
        <p:spPr>
          <a:xfrm xmlns:a="http://schemas.openxmlformats.org/drawingml/2006/main">
            <a:off x="1804112" y="1257300"/>
            <a:ext cx="8583776" cy="22669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B096E73-1682-48F1-903C-C35619A82A05}"/>
              </a:ext>
            </a:extLst>
          </p:cNvPr>
          <p:cNvPicPr>
            <a:picLocks xmlns:a="http://schemas.openxmlformats.org/drawingml/2006/main" noChangeAspect="1"/>
          </p:cNvPicPr>
          <p:nvPr/>
        </p:nvPicPr>
        <p:blipFill>
          <a:blip xmlns:r="http://schemas.openxmlformats.org/officeDocument/2006/relationships" xmlns:a="http://schemas.openxmlformats.org/drawingml/2006/main" r:embed="R68f915d8ac224a16"/>
          <a:stretch xmlns:a="http://schemas.openxmlformats.org/drawingml/2006/main"/>
        </p:blipFill>
        <p:spPr>
          <a:xfrm xmlns:a="http://schemas.openxmlformats.org/drawingml/2006/main">
            <a:off x="381000" y="3956538"/>
            <a:ext cx="11430000" cy="1802423"/>
          </a:xfrm>
          <a:prstGeom xmlns:a="http://schemas.openxmlformats.org/drawingml/2006/main" prst="rect">
            <a:avLst/>
          </a:prstGeom>
        </p:spPr>
      </p:pic>
    </p:spTree>
    <p:extLst>
      <p:ext uri="{BB962C8B-B14F-4D97-AF65-F5344CB8AC3E}">
        <p14:creationId xmlns:p14="http://schemas.microsoft.com/office/powerpoint/2010/main" val="705832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37">
            <a:extLst xmlns:a="http://schemas.openxmlformats.org/drawingml/2006/main">
              <a:ext uri="{FF2B5EF4-FFF2-40B4-BE49-F238E27FC236}">
                <a16:creationId xmlns:a16="http://schemas.microsoft.com/office/drawing/2014/main" id="{C5BC0413-94B2-4CB8-BC77-809B5120B10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38">
            <a:extLst xmlns:a="http://schemas.openxmlformats.org/drawingml/2006/main">
              <a:ext uri="{FF2B5EF4-FFF2-40B4-BE49-F238E27FC236}">
                <a16:creationId xmlns:a16="http://schemas.microsoft.com/office/drawing/2014/main" id="{E6E2F5B3-131E-4D49-A384-FD9A081EDFA3}"/>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thu thập Syslog tập trung</a:t>
            </a:r>
          </a:p>
        </p:txBody>
      </p:sp>
      <p:sp>
        <p:nvSpPr>
          <p:cNvPr id="3" name="text-39">
            <a:extLst xmlns:a="http://schemas.openxmlformats.org/drawingml/2006/main">
              <a:ext uri="{FF2B5EF4-FFF2-40B4-BE49-F238E27FC236}">
                <a16:creationId xmlns:a16="http://schemas.microsoft.com/office/drawing/2014/main" id="{CA39BF6D-8DF4-4FC8-94BF-304B31C76822}"/>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R1, R2, R3 và SW1 gửi Syslog về CAMS tại 192.168.122.1:5514/UDP.</a:t>
            </a:r>
          </a:p>
        </p:txBody>
      </p:sp>
      <p:sp>
        <p:nvSpPr>
          <p:cNvPr id="4" name="text-40">
            <a:extLst xmlns:a="http://schemas.openxmlformats.org/drawingml/2006/main">
              <a:ext uri="{FF2B5EF4-FFF2-40B4-BE49-F238E27FC236}">
                <a16:creationId xmlns:a16="http://schemas.microsoft.com/office/drawing/2014/main" id="{013C1483-105F-4B37-8B31-AAB29B543F07}"/>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6AF3CB5B-3BD7-4756-ACC0-E1A45A87AFEE}"/>
              </a:ext>
            </a:extLst>
          </p:cNvPr>
          <p:cNvPicPr>
            <a:picLocks xmlns:a="http://schemas.openxmlformats.org/drawingml/2006/main" noChangeAspect="1"/>
          </p:cNvPicPr>
          <p:nvPr/>
        </p:nvPicPr>
        <p:blipFill>
          <a:blip xmlns:r="http://schemas.openxmlformats.org/officeDocument/2006/relationships" xmlns:a="http://schemas.openxmlformats.org/drawingml/2006/main" r:embed="R710c6663731747f0"/>
          <a:stretch xmlns:a="http://schemas.openxmlformats.org/drawingml/2006/main"/>
        </p:blipFill>
        <p:spPr>
          <a:xfrm xmlns:a="http://schemas.openxmlformats.org/drawingml/2006/main">
            <a:off x="3258625" y="1209675"/>
            <a:ext cx="5674749" cy="4867275"/>
          </a:xfrm>
          <a:prstGeom xmlns:a="http://schemas.openxmlformats.org/drawingml/2006/main" prst="rect">
            <a:avLst/>
          </a:prstGeom>
        </p:spPr>
      </p:pic>
    </p:spTree>
    <p:extLst>
      <p:ext uri="{BB962C8B-B14F-4D97-AF65-F5344CB8AC3E}">
        <p14:creationId xmlns:p14="http://schemas.microsoft.com/office/powerpoint/2010/main" val="8621350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1">
            <a:extLst xmlns:a="http://schemas.openxmlformats.org/drawingml/2006/main">
              <a:ext uri="{FF2B5EF4-FFF2-40B4-BE49-F238E27FC236}">
                <a16:creationId xmlns:a16="http://schemas.microsoft.com/office/drawing/2014/main" id="{9642C048-94AE-4C28-A416-9DA8C22EA300}"/>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42">
            <a:extLst xmlns:a="http://schemas.openxmlformats.org/drawingml/2006/main">
              <a:ext uri="{FF2B5EF4-FFF2-40B4-BE49-F238E27FC236}">
                <a16:creationId xmlns:a16="http://schemas.microsoft.com/office/drawing/2014/main" id="{538FB292-989B-4EE3-9199-5DA83E6490E7}"/>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CAMS nhận và phân tích nhật ký tập trung</a:t>
            </a:r>
          </a:p>
        </p:txBody>
      </p:sp>
      <p:sp>
        <p:nvSpPr>
          <p:cNvPr id="3" name="text-43">
            <a:extLst xmlns:a="http://schemas.openxmlformats.org/drawingml/2006/main">
              <a:ext uri="{FF2B5EF4-FFF2-40B4-BE49-F238E27FC236}">
                <a16:creationId xmlns:a16="http://schemas.microsoft.com/office/drawing/2014/main" id="{7BD7E68E-48AB-4994-95A5-3034E30D03DA}"/>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Bản tin từ R1, R2, R3 và SW1; dòng SW1 ghi LINK / 3 Error.</a:t>
            </a:r>
          </a:p>
        </p:txBody>
      </p:sp>
      <p:sp>
        <p:nvSpPr>
          <p:cNvPr id="4" name="text-44">
            <a:extLst xmlns:a="http://schemas.openxmlformats.org/drawingml/2006/main">
              <a:ext uri="{FF2B5EF4-FFF2-40B4-BE49-F238E27FC236}">
                <a16:creationId xmlns:a16="http://schemas.microsoft.com/office/drawing/2014/main" id="{2ACE730A-A871-448E-86F0-359A54CAA8A8}"/>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10</a:t>
            </a:r>
          </a:p>
        </p:txBody>
      </p:sp>
      <p:pic>
        <p:nvPicPr>
          <p:cNvPr id="5" name="">
            <a:extLst xmlns:a="http://schemas.openxmlformats.org/drawingml/2006/main">
              <a:ext uri="{FF2B5EF4-FFF2-40B4-BE49-F238E27FC236}">
                <a16:creationId xmlns:a16="http://schemas.microsoft.com/office/drawing/2014/main" id="{7F0F6F69-209E-431C-A193-CC8A17303715}"/>
              </a:ext>
            </a:extLst>
          </p:cNvPr>
          <p:cNvPicPr>
            <a:picLocks xmlns:a="http://schemas.openxmlformats.org/drawingml/2006/main" noChangeAspect="1"/>
          </p:cNvPicPr>
          <p:nvPr/>
        </p:nvPicPr>
        <p:blipFill>
          <a:blip xmlns:r="http://schemas.openxmlformats.org/officeDocument/2006/relationships" xmlns:a="http://schemas.openxmlformats.org/drawingml/2006/main" r:embed="Rc833f1e8edf84f28"/>
          <a:stretch xmlns:a="http://schemas.openxmlformats.org/drawingml/2006/main"/>
        </p:blipFill>
        <p:spPr>
          <a:xfrm xmlns:a="http://schemas.openxmlformats.org/drawingml/2006/main">
            <a:off x="381000" y="2315958"/>
            <a:ext cx="11430000" cy="2654710"/>
          </a:xfrm>
          <a:prstGeom xmlns:a="http://schemas.openxmlformats.org/drawingml/2006/main" prst="rect">
            <a:avLst/>
          </a:prstGeom>
        </p:spPr>
      </p:pic>
    </p:spTree>
    <p:extLst>
      <p:ext uri="{BB962C8B-B14F-4D97-AF65-F5344CB8AC3E}">
        <p14:creationId xmlns:p14="http://schemas.microsoft.com/office/powerpoint/2010/main" val="3616141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5">
            <a:extLst xmlns:a="http://schemas.openxmlformats.org/drawingml/2006/main">
              <a:ext uri="{FF2B5EF4-FFF2-40B4-BE49-F238E27FC236}">
                <a16:creationId xmlns:a16="http://schemas.microsoft.com/office/drawing/2014/main" id="{B0129042-62FC-4866-8C0A-EA93594D25A4}"/>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4 · SYSLOG / EMAIL</a:t>
            </a:r>
          </a:p>
        </p:txBody>
      </p:sp>
      <p:sp>
        <p:nvSpPr>
          <p:cNvPr id="2" name="text-46">
            <a:extLst xmlns:a="http://schemas.openxmlformats.org/drawingml/2006/main">
              <a:ext uri="{FF2B5EF4-FFF2-40B4-BE49-F238E27FC236}">
                <a16:creationId xmlns:a16="http://schemas.microsoft.com/office/drawing/2014/main" id="{F24C8CDE-E234-48FB-B4F0-DA0098A5EC3E}"/>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Thư cảnh báo chứa sự kiện từ thiết bị</a:t>
            </a:r>
          </a:p>
        </p:txBody>
      </p:sp>
      <p:sp>
        <p:nvSpPr>
          <p:cNvPr id="3" name="text-47">
            <a:extLst xmlns:a="http://schemas.openxmlformats.org/drawingml/2006/main">
              <a:ext uri="{FF2B5EF4-FFF2-40B4-BE49-F238E27FC236}">
                <a16:creationId xmlns:a16="http://schemas.microsoft.com/office/drawing/2014/main" id="{63CB32E1-8E93-452C-B5B2-F7A045368219}"/>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SW1 · 192.168.122.104 · LINK-3-UPDOWN · Gi1/3 chuyển sang trạng thái up.</a:t>
            </a:r>
          </a:p>
        </p:txBody>
      </p:sp>
      <p:sp>
        <p:nvSpPr>
          <p:cNvPr id="4" name="text-48">
            <a:extLst xmlns:a="http://schemas.openxmlformats.org/drawingml/2006/main">
              <a:ext uri="{FF2B5EF4-FFF2-40B4-BE49-F238E27FC236}">
                <a16:creationId xmlns:a16="http://schemas.microsoft.com/office/drawing/2014/main" id="{07807396-962B-4687-AD2E-9EEA2D0165CD}"/>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11</a:t>
            </a:r>
          </a:p>
        </p:txBody>
      </p:sp>
      <p:pic>
        <p:nvPicPr>
          <p:cNvPr id="5" name="">
            <a:extLst xmlns:a="http://schemas.openxmlformats.org/drawingml/2006/main">
              <a:ext uri="{FF2B5EF4-FFF2-40B4-BE49-F238E27FC236}">
                <a16:creationId xmlns:a16="http://schemas.microsoft.com/office/drawing/2014/main" id="{7154FFE2-40AD-486D-837A-9960D6677360}"/>
              </a:ext>
            </a:extLst>
          </p:cNvPr>
          <p:cNvPicPr>
            <a:picLocks xmlns:a="http://schemas.openxmlformats.org/drawingml/2006/main" noChangeAspect="1"/>
          </p:cNvPicPr>
          <p:nvPr/>
        </p:nvPicPr>
        <p:blipFill>
          <a:blip xmlns:r="http://schemas.openxmlformats.org/officeDocument/2006/relationships" xmlns:a="http://schemas.openxmlformats.org/drawingml/2006/main" r:embed="R3f8e6e6ad2bd444a"/>
          <a:stretch xmlns:a="http://schemas.openxmlformats.org/drawingml/2006/main"/>
        </p:blipFill>
        <p:spPr>
          <a:xfrm xmlns:a="http://schemas.openxmlformats.org/drawingml/2006/main">
            <a:off x="3830845" y="1209675"/>
            <a:ext cx="4530310" cy="4867275"/>
          </a:xfrm>
          <a:prstGeom xmlns:a="http://schemas.openxmlformats.org/drawingml/2006/main" prst="rect">
            <a:avLst/>
          </a:prstGeom>
        </p:spPr>
      </p:pic>
    </p:spTree>
    <p:extLst>
      <p:ext uri="{BB962C8B-B14F-4D97-AF65-F5344CB8AC3E}">
        <p14:creationId xmlns:p14="http://schemas.microsoft.com/office/powerpoint/2010/main" val="2196086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49">
            <a:extLst xmlns:a="http://schemas.openxmlformats.org/drawingml/2006/main">
              <a:ext uri="{FF2B5EF4-FFF2-40B4-BE49-F238E27FC236}">
                <a16:creationId xmlns:a16="http://schemas.microsoft.com/office/drawing/2014/main" id="{5DE71319-8BFC-43EF-A531-757DFB24AF2C}"/>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0">
            <a:extLst xmlns:a="http://schemas.openxmlformats.org/drawingml/2006/main">
              <a:ext uri="{FF2B5EF4-FFF2-40B4-BE49-F238E27FC236}">
                <a16:creationId xmlns:a16="http://schemas.microsoft.com/office/drawing/2014/main" id="{B339FA59-3108-4FCA-A27E-582272AB52A4}"/>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Mô hình phân tách chính sách theo VLAN</a:t>
            </a:r>
          </a:p>
        </p:txBody>
      </p:sp>
      <p:sp>
        <p:nvSpPr>
          <p:cNvPr id="3" name="text-51">
            <a:extLst xmlns:a="http://schemas.openxmlformats.org/drawingml/2006/main">
              <a:ext uri="{FF2B5EF4-FFF2-40B4-BE49-F238E27FC236}">
                <a16:creationId xmlns:a16="http://schemas.microsoft.com/office/drawing/2014/main" id="{4AC1C02C-3D8B-4C50-8EC7-F0D30563E8F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VLAN 10 chặn TCP/23 · VLAN 20 chặn TCP/80 · VLAN 30 chặn ICMP theo đích thử.</a:t>
            </a:r>
          </a:p>
        </p:txBody>
      </p:sp>
      <p:sp>
        <p:nvSpPr>
          <p:cNvPr id="4" name="text-52">
            <a:extLst xmlns:a="http://schemas.openxmlformats.org/drawingml/2006/main">
              <a:ext uri="{FF2B5EF4-FFF2-40B4-BE49-F238E27FC236}">
                <a16:creationId xmlns:a16="http://schemas.microsoft.com/office/drawing/2014/main" id="{646AA692-9921-4438-AFE4-23C81322B00E}"/>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12</a:t>
            </a:r>
          </a:p>
        </p:txBody>
      </p:sp>
      <p:pic>
        <p:nvPicPr>
          <p:cNvPr id="5" name="">
            <a:extLst xmlns:a="http://schemas.openxmlformats.org/drawingml/2006/main">
              <a:ext uri="{FF2B5EF4-FFF2-40B4-BE49-F238E27FC236}">
                <a16:creationId xmlns:a16="http://schemas.microsoft.com/office/drawing/2014/main" id="{9E1BA43F-1CF6-478C-AB84-E19053647B04}"/>
              </a:ext>
            </a:extLst>
          </p:cNvPr>
          <p:cNvPicPr>
            <a:picLocks xmlns:a="http://schemas.openxmlformats.org/drawingml/2006/main" noChangeAspect="1"/>
          </p:cNvPicPr>
          <p:nvPr/>
        </p:nvPicPr>
        <p:blipFill>
          <a:blip xmlns:r="http://schemas.openxmlformats.org/officeDocument/2006/relationships" xmlns:a="http://schemas.openxmlformats.org/drawingml/2006/main" r:embed="Ra618d190379348ad"/>
          <a:stretch xmlns:a="http://schemas.openxmlformats.org/drawingml/2006/main"/>
        </p:blipFill>
        <p:spPr>
          <a:xfrm xmlns:a="http://schemas.openxmlformats.org/drawingml/2006/main">
            <a:off x="3280738" y="1209675"/>
            <a:ext cx="5630524" cy="4867275"/>
          </a:xfrm>
          <a:prstGeom xmlns:a="http://schemas.openxmlformats.org/drawingml/2006/main" prst="rect">
            <a:avLst/>
          </a:prstGeom>
        </p:spPr>
      </p:pic>
    </p:spTree>
    <p:extLst>
      <p:ext uri="{BB962C8B-B14F-4D97-AF65-F5344CB8AC3E}">
        <p14:creationId xmlns:p14="http://schemas.microsoft.com/office/powerpoint/2010/main" val="9976712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53">
            <a:extLst xmlns:a="http://schemas.openxmlformats.org/drawingml/2006/main">
              <a:ext uri="{FF2B5EF4-FFF2-40B4-BE49-F238E27FC236}">
                <a16:creationId xmlns:a16="http://schemas.microsoft.com/office/drawing/2014/main" id="{652752DE-A343-4928-8FB5-803403CD1DD5}"/>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54">
            <a:extLst xmlns:a="http://schemas.openxmlformats.org/drawingml/2006/main">
              <a:ext uri="{FF2B5EF4-FFF2-40B4-BE49-F238E27FC236}">
                <a16:creationId xmlns:a16="http://schemas.microsoft.com/office/drawing/2014/main" id="{0D7074EA-3698-4A17-8F4E-7FDBB2CC459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Kết quả lưu lượng bị từ chối theo chính sách</a:t>
            </a:r>
          </a:p>
        </p:txBody>
      </p:sp>
      <p:sp>
        <p:nvSpPr>
          <p:cNvPr id="3" name="text-55">
            <a:extLst xmlns:a="http://schemas.openxmlformats.org/drawingml/2006/main">
              <a:ext uri="{FF2B5EF4-FFF2-40B4-BE49-F238E27FC236}">
                <a16:creationId xmlns:a16="http://schemas.microsoft.com/office/drawing/2014/main" id="{B559E301-0545-4ED9-AB48-230362E25701}"/>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Router trả ICMP Type 3 Code 13: Communication administratively prohibited.</a:t>
            </a:r>
          </a:p>
        </p:txBody>
      </p:sp>
      <p:sp>
        <p:nvSpPr>
          <p:cNvPr id="4" name="text-56">
            <a:extLst xmlns:a="http://schemas.openxmlformats.org/drawingml/2006/main">
              <a:ext uri="{FF2B5EF4-FFF2-40B4-BE49-F238E27FC236}">
                <a16:creationId xmlns:a16="http://schemas.microsoft.com/office/drawing/2014/main" id="{2FFC8199-D5E7-4110-83C6-127B2F2749A4}"/>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13</a:t>
            </a:r>
          </a:p>
        </p:txBody>
      </p:sp>
      <p:sp>
        <p:nvSpPr>
          <p:cNvPr id="5" name="text-57">
            <a:extLst xmlns:a="http://schemas.openxmlformats.org/drawingml/2006/main">
              <a:ext uri="{FF2B5EF4-FFF2-40B4-BE49-F238E27FC236}">
                <a16:creationId xmlns:a16="http://schemas.microsoft.com/office/drawing/2014/main" id="{6FF54512-B12A-4F56-ABBF-5B85106FF21A}"/>
              </a:ext>
            </a:extLst>
          </p:cNvPr>
          <p:cNvSpPr>
            <a:spLocks xmlns:a="http://schemas.openxmlformats.org/drawingml/2006/main" noGrp="1"/>
          </p:cNvSpPr>
          <p:nvPr/>
        </p:nvSpPr>
        <p:spPr>
          <a:xfrm xmlns:a="http://schemas.openxmlformats.org/drawingml/2006/main">
            <a:off x="381000" y="1219200"/>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20 → TCP/80 tới 203.162.4.1</a:t>
            </a:r>
          </a:p>
        </p:txBody>
      </p:sp>
      <p:pic>
        <p:nvPicPr>
          <p:cNvPr id="6" name="">
            <a:extLst xmlns:a="http://schemas.openxmlformats.org/drawingml/2006/main">
              <a:ext uri="{FF2B5EF4-FFF2-40B4-BE49-F238E27FC236}">
                <a16:creationId xmlns:a16="http://schemas.microsoft.com/office/drawing/2014/main" id="{D3BC6B06-73BD-49AA-880B-0D9902B91676}"/>
              </a:ext>
            </a:extLst>
          </p:cNvPr>
          <p:cNvPicPr>
            <a:picLocks xmlns:a="http://schemas.openxmlformats.org/drawingml/2006/main" noChangeAspect="1"/>
          </p:cNvPicPr>
          <p:nvPr/>
        </p:nvPicPr>
        <p:blipFill>
          <a:blip xmlns:r="http://schemas.openxmlformats.org/officeDocument/2006/relationships" xmlns:a="http://schemas.openxmlformats.org/drawingml/2006/main" r:embed="R03be828d8e544c72"/>
          <a:stretch xmlns:a="http://schemas.openxmlformats.org/drawingml/2006/main"/>
        </p:blipFill>
        <p:spPr>
          <a:xfrm xmlns:a="http://schemas.openxmlformats.org/drawingml/2006/main">
            <a:off x="398522" y="1609725"/>
            <a:ext cx="11394955" cy="2143125"/>
          </a:xfrm>
          <a:prstGeom xmlns:a="http://schemas.openxmlformats.org/drawingml/2006/main" prst="rect">
            <a:avLst/>
          </a:prstGeom>
        </p:spPr>
      </p:pic>
      <p:sp>
        <p:nvSpPr>
          <p:cNvPr id="7" name="text-58">
            <a:extLst xmlns:a="http://schemas.openxmlformats.org/drawingml/2006/main">
              <a:ext uri="{FF2B5EF4-FFF2-40B4-BE49-F238E27FC236}">
                <a16:creationId xmlns:a16="http://schemas.microsoft.com/office/drawing/2014/main" id="{570A974B-04B3-4C48-B379-677B8D60E513}"/>
              </a:ext>
            </a:extLst>
          </p:cNvPr>
          <p:cNvSpPr>
            <a:spLocks xmlns:a="http://schemas.openxmlformats.org/drawingml/2006/main" noGrp="1"/>
          </p:cNvSpPr>
          <p:nvPr/>
        </p:nvSpPr>
        <p:spPr>
          <a:xfrm xmlns:a="http://schemas.openxmlformats.org/drawingml/2006/main">
            <a:off x="381000" y="3876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VLAN 30 → ICMP tới 203.162.4.1</a:t>
            </a:r>
          </a:p>
        </p:txBody>
      </p:sp>
      <p:pic>
        <p:nvPicPr>
          <p:cNvPr id="8" name="">
            <a:extLst xmlns:a="http://schemas.openxmlformats.org/drawingml/2006/main">
              <a:ext uri="{FF2B5EF4-FFF2-40B4-BE49-F238E27FC236}">
                <a16:creationId xmlns:a16="http://schemas.microsoft.com/office/drawing/2014/main" id="{5DC77823-FF40-4ED4-8930-CAF08C6A6997}"/>
              </a:ext>
            </a:extLst>
          </p:cNvPr>
          <p:cNvPicPr>
            <a:picLocks xmlns:a="http://schemas.openxmlformats.org/drawingml/2006/main" noChangeAspect="1"/>
          </p:cNvPicPr>
          <p:nvPr/>
        </p:nvPicPr>
        <p:blipFill>
          <a:blip xmlns:r="http://schemas.openxmlformats.org/officeDocument/2006/relationships" xmlns:a="http://schemas.openxmlformats.org/drawingml/2006/main" r:embed="R25ade70cfa6f45dc"/>
          <a:stretch xmlns:a="http://schemas.openxmlformats.org/drawingml/2006/main"/>
        </p:blipFill>
        <p:spPr>
          <a:xfrm xmlns:a="http://schemas.openxmlformats.org/drawingml/2006/main">
            <a:off x="381000" y="4323885"/>
            <a:ext cx="11430000" cy="1658280"/>
          </a:xfrm>
          <a:prstGeom xmlns:a="http://schemas.openxmlformats.org/drawingml/2006/main" prst="rect">
            <a:avLst/>
          </a:prstGeom>
        </p:spPr>
      </p:pic>
    </p:spTree>
    <p:extLst>
      <p:ext uri="{BB962C8B-B14F-4D97-AF65-F5344CB8AC3E}">
        <p14:creationId xmlns:p14="http://schemas.microsoft.com/office/powerpoint/2010/main" val="12216286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59">
            <a:extLst xmlns:a="http://schemas.openxmlformats.org/drawingml/2006/main">
              <a:ext uri="{FF2B5EF4-FFF2-40B4-BE49-F238E27FC236}">
                <a16:creationId xmlns:a16="http://schemas.microsoft.com/office/drawing/2014/main" id="{E1F6DB58-203D-47C7-A844-69B989135E5E}"/>
              </a:ext>
            </a:extLst>
          </p:cNvPr>
          <p:cNvSpPr>
            <a:spLocks xmlns:a="http://schemas.openxmlformats.org/drawingml/2006/main" noGrp="1"/>
          </p:cNvSpPr>
          <p:nvPr/>
        </p:nvSpPr>
        <p:spPr>
          <a:xfrm xmlns:a="http://schemas.openxmlformats.org/drawingml/2006/main">
            <a:off x="381000" y="2095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12828"/>
                </a:solidFill>
                <a:latin typeface="Carlito"/>
                <a:ea typeface="Carlito"/>
                <a:cs typeface="Carlito"/>
              </a:defRPr>
            </a:defPPr>
          </a:lstStyle>
          <a:p xmlns:a="http://schemas.openxmlformats.org/drawingml/2006/main">
            <a:pPr algn="l">
              <a:defRPr sz="1500" b="1">
                <a:solidFill>
                  <a:srgbClr val="B12828"/>
                </a:solidFill>
                <a:latin typeface="Carlito"/>
                <a:ea typeface="Carlito"/>
                <a:cs typeface="Carlito"/>
              </a:defRPr>
            </a:pPr>
            <a:r>
              <a:rPr sz="1500" b="1">
                <a:solidFill>
                  <a:srgbClr val="B12828"/>
                </a:solidFill>
                <a:latin typeface="Carlito"/>
                <a:ea typeface="Carlito"/>
                <a:cs typeface="Carlito"/>
              </a:rPr>
              <a:t>LAB 5 · ACL</a:t>
            </a:r>
          </a:p>
        </p:txBody>
      </p:sp>
      <p:sp>
        <p:nvSpPr>
          <p:cNvPr id="2" name="text-60">
            <a:extLst xmlns:a="http://schemas.openxmlformats.org/drawingml/2006/main">
              <a:ext uri="{FF2B5EF4-FFF2-40B4-BE49-F238E27FC236}">
                <a16:creationId xmlns:a16="http://schemas.microsoft.com/office/drawing/2014/main" id="{97760E71-4760-431C-B3C5-D405992FB6F6}"/>
              </a:ext>
            </a:extLst>
          </p:cNvPr>
          <p:cNvSpPr>
            <a:spLocks xmlns:a="http://schemas.openxmlformats.org/drawingml/2006/main" noGrp="1"/>
          </p:cNvSpPr>
          <p:nvPr/>
        </p:nvSpPr>
        <p:spPr>
          <a:xfrm xmlns:a="http://schemas.openxmlformats.org/drawingml/2006/main">
            <a:off x="381000" y="561975"/>
            <a:ext cx="1133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7212B"/>
                </a:solidFill>
                <a:latin typeface="Carlito"/>
                <a:ea typeface="Carlito"/>
                <a:cs typeface="Carlito"/>
              </a:defRPr>
            </a:defPPr>
          </a:lstStyle>
          <a:p xmlns:a="http://schemas.openxmlformats.org/drawingml/2006/main">
            <a:pPr algn="l">
              <a:defRPr sz="2700" b="1">
                <a:solidFill>
                  <a:srgbClr val="17212B"/>
                </a:solidFill>
                <a:latin typeface="Carlito"/>
                <a:ea typeface="Carlito"/>
                <a:cs typeface="Carlito"/>
              </a:defRPr>
            </a:pPr>
            <a:r>
              <a:rPr sz="2700" b="1">
                <a:solidFill>
                  <a:srgbClr val="17212B"/>
                </a:solidFill>
                <a:latin typeface="Carlito"/>
                <a:ea typeface="Carlito"/>
                <a:cs typeface="Carlito"/>
              </a:rPr>
              <a:t>Đối chiếu denied và permitted trong System Logs</a:t>
            </a:r>
          </a:p>
        </p:txBody>
      </p:sp>
      <p:sp>
        <p:nvSpPr>
          <p:cNvPr id="3" name="text-61">
            <a:extLst xmlns:a="http://schemas.openxmlformats.org/drawingml/2006/main">
              <a:ext uri="{FF2B5EF4-FFF2-40B4-BE49-F238E27FC236}">
                <a16:creationId xmlns:a16="http://schemas.microsoft.com/office/drawing/2014/main" id="{E0E039FE-F407-4BCC-AF69-90D7E0308FEF}"/>
              </a:ext>
            </a:extLst>
          </p:cNvPr>
          <p:cNvSpPr>
            <a:spLocks xmlns:a="http://schemas.openxmlformats.org/drawingml/2006/main" noGrp="1"/>
          </p:cNvSpPr>
          <p:nvPr/>
        </p:nvSpPr>
        <p:spPr>
          <a:xfrm xmlns:a="http://schemas.openxmlformats.org/drawingml/2006/main">
            <a:off x="381000" y="6229350"/>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572"/>
                </a:solidFill>
                <a:latin typeface="Carlito"/>
                <a:ea typeface="Carlito"/>
                <a:cs typeface="Carlito"/>
              </a:defRPr>
            </a:defPPr>
          </a:lstStyle>
          <a:p xmlns:a="http://schemas.openxmlformats.org/drawingml/2006/main">
            <a:pPr algn="l">
              <a:defRPr sz="1725" b="0">
                <a:solidFill>
                  <a:srgbClr val="596572"/>
                </a:solidFill>
                <a:latin typeface="Carlito"/>
                <a:ea typeface="Carlito"/>
                <a:cs typeface="Carlito"/>
              </a:defRPr>
            </a:pPr>
            <a:r>
              <a:rPr sz="1725" b="0">
                <a:solidFill>
                  <a:srgbClr val="596572"/>
                </a:solidFill>
                <a:latin typeface="Carlito"/>
                <a:ea typeface="Carlito"/>
                <a:cs typeface="Carlito"/>
              </a:rPr>
              <a:t>Nhật ký ghi tên ACL, giao thức, IP nguồn, IP đích và quyết định xử lý.</a:t>
            </a:r>
          </a:p>
        </p:txBody>
      </p:sp>
      <p:sp>
        <p:nvSpPr>
          <p:cNvPr id="4" name="text-62">
            <a:extLst xmlns:a="http://schemas.openxmlformats.org/drawingml/2006/main">
              <a:ext uri="{FF2B5EF4-FFF2-40B4-BE49-F238E27FC236}">
                <a16:creationId xmlns:a16="http://schemas.microsoft.com/office/drawing/2014/main" id="{294DD99B-0970-4056-99EB-F5EA06E75832}"/>
              </a:ext>
            </a:extLst>
          </p:cNvPr>
          <p:cNvSpPr>
            <a:spLocks xmlns:a="http://schemas.openxmlformats.org/drawingml/2006/main" noGrp="1"/>
          </p:cNvSpPr>
          <p:nvPr/>
        </p:nvSpPr>
        <p:spPr>
          <a:xfrm xmlns:a="http://schemas.openxmlformats.org/drawingml/2006/main">
            <a:off x="11430000" y="65246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6572"/>
                </a:solidFill>
                <a:latin typeface="Carlito"/>
                <a:ea typeface="Carlito"/>
                <a:cs typeface="Carlito"/>
              </a:defRPr>
            </a:defPPr>
          </a:lstStyle>
          <a:p xmlns:a="http://schemas.openxmlformats.org/drawingml/2006/main">
            <a:pPr algn="r">
              <a:defRPr sz="1050" b="0">
                <a:solidFill>
                  <a:srgbClr val="596572"/>
                </a:solidFill>
                <a:latin typeface="Carlito"/>
                <a:ea typeface="Carlito"/>
                <a:cs typeface="Carlito"/>
              </a:defRPr>
            </a:pPr>
            <a:r>
              <a:rPr sz="1050" b="0">
                <a:solidFill>
                  <a:srgbClr val="596572"/>
                </a:solidFill>
                <a:latin typeface="Carlito"/>
                <a:ea typeface="Carlito"/>
                <a:cs typeface="Carlito"/>
              </a:rPr>
              <a:t>14</a:t>
            </a:r>
          </a:p>
        </p:txBody>
      </p:sp>
      <p:pic>
        <p:nvPicPr>
          <p:cNvPr id="5" name="">
            <a:extLst xmlns:a="http://schemas.openxmlformats.org/drawingml/2006/main">
              <a:ext uri="{FF2B5EF4-FFF2-40B4-BE49-F238E27FC236}">
                <a16:creationId xmlns:a16="http://schemas.microsoft.com/office/drawing/2014/main" id="{CA766FE9-D660-4462-8C41-EA9A77E23C98}"/>
              </a:ext>
            </a:extLst>
          </p:cNvPr>
          <p:cNvPicPr>
            <a:picLocks xmlns:a="http://schemas.openxmlformats.org/drawingml/2006/main" noChangeAspect="1"/>
          </p:cNvPicPr>
          <p:nvPr/>
        </p:nvPicPr>
        <p:blipFill>
          <a:blip xmlns:r="http://schemas.openxmlformats.org/officeDocument/2006/relationships" xmlns:a="http://schemas.openxmlformats.org/drawingml/2006/main" r:embed="R353804093fbd4227"/>
          <a:stretch xmlns:a="http://schemas.openxmlformats.org/drawingml/2006/main"/>
        </p:blipFill>
        <p:spPr>
          <a:xfrm xmlns:a="http://schemas.openxmlformats.org/drawingml/2006/main">
            <a:off x="381000" y="2345329"/>
            <a:ext cx="11430000" cy="2595966"/>
          </a:xfrm>
          <a:prstGeom xmlns:a="http://schemas.openxmlformats.org/drawingml/2006/main" prst="rect">
            <a:avLst/>
          </a:prstGeom>
        </p:spPr>
      </p:pic>
    </p:spTree>
    <p:extLst>
      <p:ext uri="{BB962C8B-B14F-4D97-AF65-F5344CB8AC3E}">
        <p14:creationId xmlns:p14="http://schemas.microsoft.com/office/powerpoint/2010/main" val="1150945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2026-10-09T08:04:42.1710000Z</dcterms:created>
  <dcterms:modified xsi:type="dcterms:W3CDTF">2026-10-09T08:04:42.1710000Z</dcterms:modified>
</coreProperties>
</file>