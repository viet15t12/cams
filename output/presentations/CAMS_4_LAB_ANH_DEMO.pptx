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aa8f2728fd4671" /><Relationship Type="http://schemas.openxmlformats.org/officeDocument/2006/relationships/extended-properties" Target="/docProps/app.xml" Id="Re979bfdc30284514" /><Relationship Type="http://schemas.openxmlformats.org/officeDocument/2006/relationships/officeDocument" Target="/ppt/presentation.xml" Id="R50fd3645e60e42d0" /></Relationships>
</file>

<file path=ppt/presentation.xml><?xml version="1.0" encoding="utf-8"?>
<p:presentation xmlns:p="http://schemas.openxmlformats.org/presentationml/2006/main">
  <p:sldMasterIdLst>
    <p:sldMasterId xmlns:r="http://schemas.openxmlformats.org/officeDocument/2006/relationships" id="2147483648" r:id="Rfb1ed35ec00d4e20"/>
  </p:sldMasterIdLst>
  <p:notesMasterIdLst>
    <p:notesMasterId xmlns:r="http://schemas.openxmlformats.org/officeDocument/2006/relationships" r:id="Ra3bb8c112dd44b78"/>
  </p:notesMasterIdLst>
  <p:sldIdLst>
    <p:sldId xmlns:r="http://schemas.openxmlformats.org/officeDocument/2006/relationships" id="256" r:id="Rd2eb87c7161c45a2"/>
    <p:sldId xmlns:r="http://schemas.openxmlformats.org/officeDocument/2006/relationships" id="257" r:id="R1f3536ee02234c6f"/>
    <p:sldId xmlns:r="http://schemas.openxmlformats.org/officeDocument/2006/relationships" id="258" r:id="Rdc78825254a44f00"/>
    <p:sldId xmlns:r="http://schemas.openxmlformats.org/officeDocument/2006/relationships" id="259" r:id="Rd8fd1495f56c4522"/>
    <p:sldId xmlns:r="http://schemas.openxmlformats.org/officeDocument/2006/relationships" id="260" r:id="R68e13ede2c9f4ecd"/>
    <p:sldId xmlns:r="http://schemas.openxmlformats.org/officeDocument/2006/relationships" id="261" r:id="R19ef2f81b2644282"/>
    <p:sldId xmlns:r="http://schemas.openxmlformats.org/officeDocument/2006/relationships" id="262" r:id="Rb45134b441f1412e"/>
    <p:sldId xmlns:r="http://schemas.openxmlformats.org/officeDocument/2006/relationships" id="263" r:id="Rc8a0d43b1a1f4408"/>
    <p:sldId xmlns:r="http://schemas.openxmlformats.org/officeDocument/2006/relationships" id="264" r:id="R3f4af9d5637a43cd"/>
    <p:sldId xmlns:r="http://schemas.openxmlformats.org/officeDocument/2006/relationships" id="265" r:id="R4a33915f6a104231"/>
    <p:sldId xmlns:r="http://schemas.openxmlformats.org/officeDocument/2006/relationships" id="266" r:id="R94e174edc69442ff"/>
    <p:sldId xmlns:r="http://schemas.openxmlformats.org/officeDocument/2006/relationships" id="267" r:id="R20517be2bbf44a14"/>
    <p:sldId xmlns:r="http://schemas.openxmlformats.org/officeDocument/2006/relationships" id="268" r:id="R1c12a9761ddd45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a6d2cccbcc4c6c" /><Relationship Type="http://schemas.openxmlformats.org/officeDocument/2006/relationships/slideMaster" Target="/ppt/slideMasters/slideMaster1.xml" Id="Rfb1ed35ec00d4e20" /><Relationship Type="http://schemas.openxmlformats.org/officeDocument/2006/relationships/notesMaster" Target="/ppt/notesMasters/notesMaster1.xml" Id="Ra3bb8c112dd44b78" /><Relationship Type="http://schemas.openxmlformats.org/officeDocument/2006/relationships/presProps" Target="/ppt/presProps.xml" Id="Rb45ac5125acc48e3" /><Relationship Type="http://schemas.openxmlformats.org/officeDocument/2006/relationships/tableStyles" Target="/ppt/tableStyles.xml" Id="Rf96fa2d580154c00" /><Relationship Type="http://schemas.openxmlformats.org/officeDocument/2006/relationships/slide" Target="/ppt/slides/slide1.xml" Id="Rd2eb87c7161c45a2" /><Relationship Type="http://schemas.openxmlformats.org/officeDocument/2006/relationships/slide" Target="/ppt/slides/slide2.xml" Id="R1f3536ee02234c6f" /><Relationship Type="http://schemas.openxmlformats.org/officeDocument/2006/relationships/slide" Target="/ppt/slides/slide3.xml" Id="Rdc78825254a44f00" /><Relationship Type="http://schemas.openxmlformats.org/officeDocument/2006/relationships/slide" Target="/ppt/slides/slide4.xml" Id="Rd8fd1495f56c4522" /><Relationship Type="http://schemas.openxmlformats.org/officeDocument/2006/relationships/slide" Target="/ppt/slides/slide5.xml" Id="R68e13ede2c9f4ecd" /><Relationship Type="http://schemas.openxmlformats.org/officeDocument/2006/relationships/slide" Target="/ppt/slides/slide6.xml" Id="R19ef2f81b2644282" /><Relationship Type="http://schemas.openxmlformats.org/officeDocument/2006/relationships/slide" Target="/ppt/slides/slide7.xml" Id="Rb45134b441f1412e" /><Relationship Type="http://schemas.openxmlformats.org/officeDocument/2006/relationships/slide" Target="/ppt/slides/slide8.xml" Id="Rc8a0d43b1a1f4408" /><Relationship Type="http://schemas.openxmlformats.org/officeDocument/2006/relationships/slide" Target="/ppt/slides/slide9.xml" Id="R3f4af9d5637a43cd" /><Relationship Type="http://schemas.openxmlformats.org/officeDocument/2006/relationships/slide" Target="/ppt/slides/slide10.xml" Id="R4a33915f6a104231" /><Relationship Type="http://schemas.openxmlformats.org/officeDocument/2006/relationships/slide" Target="/ppt/slides/slide11.xml" Id="R94e174edc69442ff" /><Relationship Type="http://schemas.openxmlformats.org/officeDocument/2006/relationships/slide" Target="/ppt/slides/slide12.xml" Id="R20517be2bbf44a14" /><Relationship Type="http://schemas.openxmlformats.org/officeDocument/2006/relationships/slide" Target="/ppt/slides/slide13.xml" Id="R1c12a9761ddd45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60395be61b49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c92f18449d4810" /><Relationship Type="http://schemas.openxmlformats.org/officeDocument/2006/relationships/notesMaster" Target="/ppt/notesMasters/notesMaster1.xml" Id="R39a582c5dcbc44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2bec52a3264d37" /><Relationship Type="http://schemas.openxmlformats.org/officeDocument/2006/relationships/notesMaster" Target="/ppt/notesMasters/notesMaster1.xml" Id="Ree5d7924906c4e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31de5ef5274355" /><Relationship Type="http://schemas.openxmlformats.org/officeDocument/2006/relationships/notesMaster" Target="/ppt/notesMasters/notesMaster1.xml" Id="R3da9755a677240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a9dda8ee6d4d53" /><Relationship Type="http://schemas.openxmlformats.org/officeDocument/2006/relationships/notesMaster" Target="/ppt/notesMasters/notesMaster1.xml" Id="R4a608c67729348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61fd45e20c4c78" /><Relationship Type="http://schemas.openxmlformats.org/officeDocument/2006/relationships/notesMaster" Target="/ppt/notesMasters/notesMaster1.xml" Id="Rde1bb3bf7a064d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39d89540de4268" /><Relationship Type="http://schemas.openxmlformats.org/officeDocument/2006/relationships/notesMaster" Target="/ppt/notesMasters/notesMaster1.xml" Id="Rffc7e0bf53e549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4574d4001042f4" /><Relationship Type="http://schemas.openxmlformats.org/officeDocument/2006/relationships/notesMaster" Target="/ppt/notesMasters/notesMaster1.xml" Id="R871a17610d6345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6710b306744192" /><Relationship Type="http://schemas.openxmlformats.org/officeDocument/2006/relationships/notesMaster" Target="/ppt/notesMasters/notesMaster1.xml" Id="Red945e6c989c4c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4070a1eaa1442b" /><Relationship Type="http://schemas.openxmlformats.org/officeDocument/2006/relationships/notesMaster" Target="/ppt/notesMasters/notesMaster1.xml" Id="R0e2a0f5cd4e944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75aa541c614b8d" /><Relationship Type="http://schemas.openxmlformats.org/officeDocument/2006/relationships/notesMaster" Target="/ppt/notesMasters/notesMaster1.xml" Id="R38d801033e124d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8b7d250c15469f" /><Relationship Type="http://schemas.openxmlformats.org/officeDocument/2006/relationships/notesMaster" Target="/ppt/notesMasters/notesMaster1.xml" Id="R9065519950c249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1711febaa64462" /><Relationship Type="http://schemas.openxmlformats.org/officeDocument/2006/relationships/notesMaster" Target="/ppt/notesMasters/notesMaster1.xml" Id="Rc30d6d9817224b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0e4f0db0ff474c" /><Relationship Type="http://schemas.openxmlformats.org/officeDocument/2006/relationships/notesMaster" Target="/ppt/notesMasters/notesMaster1.xml" Id="R49ac7fb4175f47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/data/Projects/CAMS_2/00_book/figures/report/diagrams/dhcp-snooping-lab/topology-redrawn.png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/data/Projects/CAMS_2/00_report/contents/09_kich_ban_1_snooping.typ</a:t>
            </a:r>
          </a:p>
          <a:p xmlns:a="http://schemas.openxmlformats.org/drawingml/2006/main">
            <a:r>
              <a:t>/data/Projects/CAMS_2/00_book/figures/report/diagrams/dhcp-snooping-lab/r2_dhcp_success.png</a:t>
            </a:r>
          </a:p>
          <a:p xmlns:a="http://schemas.openxmlformats.org/drawingml/2006/main">
            <a:r>
              <a:t>/data/Projects/CAMS_2/00_book/figures/report/diagrams/dhcp-snooping-lab/r2-address-fake.png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/data/Projects/CAMS_2/00_book/figures/report/diagrams/dai-lab/ping-before-after.png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/data/Projects/CAMS_2/00_book/figures/report/diagrams/dai-lab/switch-drops-syslog.png</a:t>
            </a:r>
          </a:p>
          <a:p xmlns:a="http://schemas.openxmlformats.org/drawingml/2006/main">
            <a:r>
              <a:t>/data/Projects/CAMS_2/00_book/figures/report/diagrams/dai-lab/cams-syslog-alert.png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/data/Projects/CAMS_2/00_book/figures/report/diagrams/ospf-lab2-five-routers/topology-redrawn.png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/data/Projects/CAMS_2/00_book/figures/report/diagrams/ospf-lab2-five-routers/group-hosts.png</a:t>
            </a:r>
          </a:p>
          <a:p xmlns:a="http://schemas.openxmlformats.org/drawingml/2006/main">
            <a:r>
              <a:t>/data/Projects/CAMS_2/00_book/figures/report/diagrams/ospf-lab2-five-routers/group-networks.png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/data/Projects/CAMS_2/00_book/figures/report/diagrams/ospf-lab2-five-routers/verify-r1.png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/data/Projects/CAMS_2/00_book/figures/report/diagrams/ospf-lab2-five-routers/ping-pc8-pc10.png</a:t>
            </a:r>
          </a:p>
          <a:p xmlns:a="http://schemas.openxmlformats.org/drawingml/2006/main">
            <a:r>
              <a:t>/data/Projects/CAMS_2/00_book/figures/report/diagrams/ospf-lab2-five-routers/trace-pc8-pc10.png</a:t>
            </a:r>
          </a:p>
          <a:p xmlns:a="http://schemas.openxmlformats.org/drawingml/2006/main">
            <a:r>
              <a:t>ICMP type 3 code 3 ở chặng cuối UDP trace là phản hồi cổng không mở từ máy đích.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/data/Projects/CAMS_2/data/Projects/CAMS_2/.codex-artifacts/cams-lab-images-20261009/build/assets/syslog.png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/data/Projects/CAMS_2/data/Projects/CAMS_2/.codex-artifacts/cams-lab-images-20261009/build/assets/email.png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/data/Projects/CAMS_2/00_book/figures/report/diagrams/acl-lab5/topology-redrawn.png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/data/Projects/CAMS_2/00_report/contents/09_thu_nghiem_danh_gia.typ</a:t>
            </a:r>
          </a:p>
          <a:p xmlns:a="http://schemas.openxmlformats.org/drawingml/2006/main">
            <a:r>
              <a:t>/data/Projects/CAMS_2/00_report/Tai_lieu_lab/LAB5/ANH_CUA_LAB/6.png</a:t>
            </a:r>
          </a:p>
          <a:p xmlns:a="http://schemas.openxmlformats.org/drawingml/2006/main">
            <a:r>
              <a:t>/data/Projects/CAMS_2/00_report/Tai_lieu_lab/LAB5/ANH_CUA_LAB/7.png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15f7ecc4a846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00ac5e845840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bfd3a7d62e41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8bfab6b52f47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43816a57594a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c631cfd27641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14699C-AF38-4552-8F91-99AF4EE143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6708D3-42E6-4D99-AFBB-857D41FAD6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5B9387-B00B-498E-A880-1DA5750447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403E5E-F3F8-4CE7-B3DB-3A68984A2E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CB3DB1-1F20-4530-AF25-E1C126415D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60D22F-E133-4E1A-AA32-4DF7A65820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9133F5-1AC7-4227-A685-EE8F0BB7B4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2B493D-A167-43DC-9908-2A2C9C297C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6432E5-BABF-4C88-A355-31F84C1939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B48D15-8E6D-4AF2-B36F-937054AEF6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9f631a23ac4ccc" /><Relationship Type="http://schemas.openxmlformats.org/officeDocument/2006/relationships/slideLayout" Target="/ppt/slideLayouts/slideLayout1.xml" Id="Ree197f38d0fa461e" /><Relationship Type="http://schemas.openxmlformats.org/officeDocument/2006/relationships/slideLayout" Target="/ppt/slideLayouts/slideLayout2.xml" Id="R57fee4932fe74f23" /><Relationship Type="http://schemas.openxmlformats.org/officeDocument/2006/relationships/slideLayout" Target="/ppt/slideLayouts/slideLayout3.xml" Id="R68c4c08872df457f" /><Relationship Type="http://schemas.openxmlformats.org/officeDocument/2006/relationships/slideLayout" Target="/ppt/slideLayouts/slideLayout4.xml" Id="Rf739e3771cae40ee" /><Relationship Type="http://schemas.openxmlformats.org/officeDocument/2006/relationships/slideLayout" Target="/ppt/slideLayouts/slideLayout5.xml" Id="R17e4df6ba52a4726" /><Relationship Type="http://schemas.openxmlformats.org/officeDocument/2006/relationships/slideLayout" Target="/ppt/slideLayouts/slideLayout6.xml" Id="Rcfb51a4824f24a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197f38d0fa461e"/>
    <p:sldLayoutId xmlns:r="http://schemas.openxmlformats.org/officeDocument/2006/relationships" id="2147483650" r:id="R57fee4932fe74f23"/>
    <p:sldLayoutId xmlns:r="http://schemas.openxmlformats.org/officeDocument/2006/relationships" id="2147483651" r:id="R68c4c08872df457f"/>
    <p:sldLayoutId xmlns:r="http://schemas.openxmlformats.org/officeDocument/2006/relationships" id="2147483652" r:id="Rf739e3771cae40ee"/>
    <p:sldLayoutId xmlns:r="http://schemas.openxmlformats.org/officeDocument/2006/relationships" id="2147483653" r:id="R17e4df6ba52a4726"/>
    <p:sldLayoutId xmlns:r="http://schemas.openxmlformats.org/officeDocument/2006/relationships" id="2147483654" r:id="Rcfb51a4824f24a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1b82556dbf4d73" /><Relationship Type="http://schemas.openxmlformats.org/officeDocument/2006/relationships/image" Target="/ppt/media/image.png" Id="R4a2737ebff474d14" /><Relationship Type="http://schemas.openxmlformats.org/officeDocument/2006/relationships/notesSlide" Target="/ppt/notesSlides/notesSlide1.xml" Id="Rc1cfd47275704f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0709dcc0154990" /><Relationship Type="http://schemas.openxmlformats.org/officeDocument/2006/relationships/image" Target="/ppt/media/image2.png" Id="R46247feb42a34617" /><Relationship Type="http://schemas.openxmlformats.org/officeDocument/2006/relationships/image" Target="/ppt/media/image3.png" Id="R5c6554fc889e4b81" /><Relationship Type="http://schemas.openxmlformats.org/officeDocument/2006/relationships/notesSlide" Target="/ppt/notesSlides/notesSlide2.xml" Id="Rc0451acfaaf144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02a1f97bc9476d" /><Relationship Type="http://schemas.openxmlformats.org/officeDocument/2006/relationships/image" Target="/ppt/media/image4.png" Id="R39d24d260d8a4f5e" /><Relationship Type="http://schemas.openxmlformats.org/officeDocument/2006/relationships/notesSlide" Target="/ppt/notesSlides/notesSlide3.xml" Id="R2ff47d48748343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1d65249651464c" /><Relationship Type="http://schemas.openxmlformats.org/officeDocument/2006/relationships/image" Target="/ppt/media/image5.png" Id="R30488cd91947496e" /><Relationship Type="http://schemas.openxmlformats.org/officeDocument/2006/relationships/image" Target="/ppt/media/image6.png" Id="R08bac2165cc94e67" /><Relationship Type="http://schemas.openxmlformats.org/officeDocument/2006/relationships/notesSlide" Target="/ppt/notesSlides/notesSlide4.xml" Id="R0407c5e5f5024c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3afc4cd98c426b" /><Relationship Type="http://schemas.openxmlformats.org/officeDocument/2006/relationships/image" Target="/ppt/media/image7.png" Id="R668bb724aebc419a" /><Relationship Type="http://schemas.openxmlformats.org/officeDocument/2006/relationships/notesSlide" Target="/ppt/notesSlides/notesSlide5.xml" Id="R92244a04f9dc4d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d6440828d1469a" /><Relationship Type="http://schemas.openxmlformats.org/officeDocument/2006/relationships/image" Target="/ppt/media/image8.png" Id="Rd638cb8786b14aa0" /><Relationship Type="http://schemas.openxmlformats.org/officeDocument/2006/relationships/image" Target="/ppt/media/image9.png" Id="Ra1a164d07fe94ae0" /><Relationship Type="http://schemas.openxmlformats.org/officeDocument/2006/relationships/notesSlide" Target="/ppt/notesSlides/notesSlide6.xml" Id="Ra3fd334ee61043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53d28e7a594da7" /><Relationship Type="http://schemas.openxmlformats.org/officeDocument/2006/relationships/image" Target="/ppt/media/image10.png" Id="R2ba13462c90c4cf3" /><Relationship Type="http://schemas.openxmlformats.org/officeDocument/2006/relationships/image" Target="/ppt/media/image11.png" Id="R5e9e0534a0f94eda" /><Relationship Type="http://schemas.openxmlformats.org/officeDocument/2006/relationships/notesSlide" Target="/ppt/notesSlides/notesSlide7.xml" Id="R0c61b68725e04a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3e230bb39e4ab2" /><Relationship Type="http://schemas.openxmlformats.org/officeDocument/2006/relationships/image" Target="/ppt/media/image12.png" Id="Rcd1749a557604762" /><Relationship Type="http://schemas.openxmlformats.org/officeDocument/2006/relationships/image" Target="/ppt/media/image13.png" Id="R0c205106faaa4098" /><Relationship Type="http://schemas.openxmlformats.org/officeDocument/2006/relationships/notesSlide" Target="/ppt/notesSlides/notesSlide8.xml" Id="R10fdbc258a4547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1a2e0f361074301" /><Relationship Type="http://schemas.openxmlformats.org/officeDocument/2006/relationships/image" Target="/ppt/media/image14.png" Id="Rcf02231d39bd4934" /><Relationship Type="http://schemas.openxmlformats.org/officeDocument/2006/relationships/notesSlide" Target="/ppt/notesSlides/notesSlide9.xml" Id="Rc6b339de77244d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250fd311cc4f3d" /><Relationship Type="http://schemas.openxmlformats.org/officeDocument/2006/relationships/image" Target="/ppt/media/image15.png" Id="R2a23185fc01144c2" /><Relationship Type="http://schemas.openxmlformats.org/officeDocument/2006/relationships/notesSlide" Target="/ppt/notesSlides/notesSlide10.xml" Id="R08bb6e648f9e46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cae339788a49e3" /><Relationship Type="http://schemas.openxmlformats.org/officeDocument/2006/relationships/image" Target="/ppt/media/image16.png" Id="R988805c5bd0c4b2d" /><Relationship Type="http://schemas.openxmlformats.org/officeDocument/2006/relationships/notesSlide" Target="/ppt/notesSlides/notesSlide11.xml" Id="R0cc630ed63af40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9c393e5810043eb" /><Relationship Type="http://schemas.openxmlformats.org/officeDocument/2006/relationships/image" Target="/ppt/media/image17.png" Id="R5640b0fc805f440f" /><Relationship Type="http://schemas.openxmlformats.org/officeDocument/2006/relationships/image" Target="/ppt/media/image18.png" Id="R24b9fc422e4e4875" /><Relationship Type="http://schemas.openxmlformats.org/officeDocument/2006/relationships/notesSlide" Target="/ppt/notesSlides/notesSlide12.xml" Id="R0c73d8c35b2745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fa7546d15604ae1" /><Relationship Type="http://schemas.openxmlformats.org/officeDocument/2006/relationships/image" Target="/ppt/media/image19.png" Id="R03815c0d5f0b4af3" /><Relationship Type="http://schemas.openxmlformats.org/officeDocument/2006/relationships/notesSlide" Target="/ppt/notesSlides/notesSlide13.xml" Id="Rfde73ae636414b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A17562BF-5DED-402D-8ACB-2D11EEB56166}"/>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 / DAI</a:t>
            </a:r>
          </a:p>
        </p:txBody>
      </p:sp>
      <p:sp>
        <p:nvSpPr>
          <p:cNvPr id="2" name="text-2">
            <a:extLst xmlns:a="http://schemas.openxmlformats.org/drawingml/2006/main">
              <a:ext uri="{FF2B5EF4-FFF2-40B4-BE49-F238E27FC236}">
                <a16:creationId xmlns:a16="http://schemas.microsoft.com/office/drawing/2014/main" id="{A98CDFAF-1634-465B-B5F7-841C690A118C}"/>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kiểm thử DHCP Snooping</a:t>
            </a:r>
          </a:p>
        </p:txBody>
      </p:sp>
      <p:sp>
        <p:nvSpPr>
          <p:cNvPr id="3" name="text-3">
            <a:extLst xmlns:a="http://schemas.openxmlformats.org/drawingml/2006/main">
              <a:ext uri="{FF2B5EF4-FFF2-40B4-BE49-F238E27FC236}">
                <a16:creationId xmlns:a16="http://schemas.microsoft.com/office/drawing/2014/main" id="{5DF1034F-A30B-4242-A5CA-A8152B93625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R2 nhận DHCP qua SW1; lần lượt thay đổi cổng tin cậy của hai nguồn cấp.</a:t>
            </a:r>
          </a:p>
        </p:txBody>
      </p:sp>
      <p:sp>
        <p:nvSpPr>
          <p:cNvPr id="4" name="text-4">
            <a:extLst xmlns:a="http://schemas.openxmlformats.org/drawingml/2006/main">
              <a:ext uri="{FF2B5EF4-FFF2-40B4-BE49-F238E27FC236}">
                <a16:creationId xmlns:a16="http://schemas.microsoft.com/office/drawing/2014/main" id="{33890CCC-520C-49BE-B1A7-C16D85A3759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01</a:t>
            </a:r>
          </a:p>
        </p:txBody>
      </p:sp>
      <p:pic>
        <p:nvPicPr>
          <p:cNvPr id="5" name="">
            <a:extLst xmlns:a="http://schemas.openxmlformats.org/drawingml/2006/main">
              <a:ext uri="{FF2B5EF4-FFF2-40B4-BE49-F238E27FC236}">
                <a16:creationId xmlns:a16="http://schemas.microsoft.com/office/drawing/2014/main" id="{0D0FE069-25EC-4834-B30E-5091906C663B}"/>
              </a:ext>
            </a:extLst>
          </p:cNvPr>
          <p:cNvPicPr>
            <a:picLocks xmlns:a="http://schemas.openxmlformats.org/drawingml/2006/main" noChangeAspect="1"/>
          </p:cNvPicPr>
          <p:nvPr/>
        </p:nvPicPr>
        <p:blipFill>
          <a:blip xmlns:r="http://schemas.openxmlformats.org/officeDocument/2006/relationships" xmlns:a="http://schemas.openxmlformats.org/drawingml/2006/main" r:embed="R4a2737ebff474d14"/>
          <a:stretch xmlns:a="http://schemas.openxmlformats.org/drawingml/2006/main"/>
        </p:blipFill>
        <p:spPr>
          <a:xfrm xmlns:a="http://schemas.openxmlformats.org/drawingml/2006/main">
            <a:off x="2233083" y="1209675"/>
            <a:ext cx="7725833" cy="4867275"/>
          </a:xfrm>
          <a:prstGeom xmlns:a="http://schemas.openxmlformats.org/drawingml/2006/main" prst="rect">
            <a:avLst/>
          </a:prstGeom>
        </p:spPr>
      </p:pic>
    </p:spTree>
    <p:extLst>
      <p:ext uri="{BB962C8B-B14F-4D97-AF65-F5344CB8AC3E}">
        <p14:creationId xmlns:p14="http://schemas.microsoft.com/office/powerpoint/2010/main" val="4684293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5">
            <a:extLst xmlns:a="http://schemas.openxmlformats.org/drawingml/2006/main">
              <a:ext uri="{FF2B5EF4-FFF2-40B4-BE49-F238E27FC236}">
                <a16:creationId xmlns:a16="http://schemas.microsoft.com/office/drawing/2014/main" id="{2355C8ED-F3ED-44F5-920E-10603BC24D51}"/>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a:t>
            </a:r>
          </a:p>
        </p:txBody>
      </p:sp>
      <p:sp>
        <p:nvSpPr>
          <p:cNvPr id="2" name="text-6">
            <a:extLst xmlns:a="http://schemas.openxmlformats.org/drawingml/2006/main">
              <a:ext uri="{FF2B5EF4-FFF2-40B4-BE49-F238E27FC236}">
                <a16:creationId xmlns:a16="http://schemas.microsoft.com/office/drawing/2014/main" id="{B33C93E0-6871-44C8-B246-1366FBC24B1D}"/>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Địa chỉ nhận được khi đổi cổng tin cậy</a:t>
            </a:r>
          </a:p>
        </p:txBody>
      </p:sp>
      <p:sp>
        <p:nvSpPr>
          <p:cNvPr id="3" name="text-7">
            <a:extLst xmlns:a="http://schemas.openxmlformats.org/drawingml/2006/main">
              <a:ext uri="{FF2B5EF4-FFF2-40B4-BE49-F238E27FC236}">
                <a16:creationId xmlns:a16="http://schemas.microsoft.com/office/drawing/2014/main" id="{63364614-DD41-43C6-B843-0009B2EADFF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Nguồn cấp được chấp nhận phụ thuộc vào trạng thái tin cậy của cổng.</a:t>
            </a:r>
          </a:p>
        </p:txBody>
      </p:sp>
      <p:sp>
        <p:nvSpPr>
          <p:cNvPr id="4" name="text-8">
            <a:extLst xmlns:a="http://schemas.openxmlformats.org/drawingml/2006/main">
              <a:ext uri="{FF2B5EF4-FFF2-40B4-BE49-F238E27FC236}">
                <a16:creationId xmlns:a16="http://schemas.microsoft.com/office/drawing/2014/main" id="{10E08B48-25C5-47A2-91DA-67C8C7E06610}"/>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02</a:t>
            </a:r>
          </a:p>
        </p:txBody>
      </p:sp>
      <p:sp>
        <p:nvSpPr>
          <p:cNvPr id="5" name="text-9">
            <a:extLst xmlns:a="http://schemas.openxmlformats.org/drawingml/2006/main">
              <a:ext uri="{FF2B5EF4-FFF2-40B4-BE49-F238E27FC236}">
                <a16:creationId xmlns:a16="http://schemas.microsoft.com/office/drawing/2014/main" id="{4C6ECF73-724D-452D-99BB-4347745F3D08}"/>
              </a:ext>
            </a:extLst>
          </p:cNvPr>
          <p:cNvSpPr>
            <a:spLocks xmlns:a="http://schemas.openxmlformats.org/drawingml/2006/main" noGrp="1"/>
          </p:cNvSpPr>
          <p:nvPr/>
        </p:nvSpPr>
        <p:spPr>
          <a:xfrm xmlns:a="http://schemas.openxmlformats.org/drawingml/2006/main">
            <a:off x="381000" y="14287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Gi0/1 nối R1 → 192.168.10.4</a:t>
            </a:r>
          </a:p>
        </p:txBody>
      </p:sp>
      <p:pic>
        <p:nvPicPr>
          <p:cNvPr id="6" name="">
            <a:extLst xmlns:a="http://schemas.openxmlformats.org/drawingml/2006/main">
              <a:ext uri="{FF2B5EF4-FFF2-40B4-BE49-F238E27FC236}">
                <a16:creationId xmlns:a16="http://schemas.microsoft.com/office/drawing/2014/main" id="{0BC9FC10-2933-4E0A-91F9-C8D15ECDBD93}"/>
              </a:ext>
            </a:extLst>
          </p:cNvPr>
          <p:cNvPicPr>
            <a:picLocks xmlns:a="http://schemas.openxmlformats.org/drawingml/2006/main" noChangeAspect="1"/>
          </p:cNvPicPr>
          <p:nvPr/>
        </p:nvPicPr>
        <p:blipFill>
          <a:blip xmlns:r="http://schemas.openxmlformats.org/officeDocument/2006/relationships" xmlns:a="http://schemas.openxmlformats.org/drawingml/2006/main" r:embed="R46247feb42a34617"/>
          <a:stretch xmlns:a="http://schemas.openxmlformats.org/drawingml/2006/main"/>
        </p:blipFill>
        <p:spPr>
          <a:xfrm xmlns:a="http://schemas.openxmlformats.org/drawingml/2006/main">
            <a:off x="1726601" y="1914525"/>
            <a:ext cx="8738797" cy="2000250"/>
          </a:xfrm>
          <a:prstGeom xmlns:a="http://schemas.openxmlformats.org/drawingml/2006/main" prst="rect">
            <a:avLst/>
          </a:prstGeom>
        </p:spPr>
      </p:pic>
      <p:sp>
        <p:nvSpPr>
          <p:cNvPr id="7" name="text-10">
            <a:extLst xmlns:a="http://schemas.openxmlformats.org/drawingml/2006/main">
              <a:ext uri="{FF2B5EF4-FFF2-40B4-BE49-F238E27FC236}">
                <a16:creationId xmlns:a16="http://schemas.microsoft.com/office/drawing/2014/main" id="{4FDB4609-52F3-4291-BC8E-CFDA33D4095E}"/>
              </a:ext>
            </a:extLst>
          </p:cNvPr>
          <p:cNvSpPr>
            <a:spLocks xmlns:a="http://schemas.openxmlformats.org/drawingml/2006/main" noGrp="1"/>
          </p:cNvSpPr>
          <p:nvPr/>
        </p:nvSpPr>
        <p:spPr>
          <a:xfrm xmlns:a="http://schemas.openxmlformats.org/drawingml/2006/main">
            <a:off x="381000" y="422910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Gi0/3 nối FAKE_DHCP → 192.168.66.100</a:t>
            </a:r>
          </a:p>
        </p:txBody>
      </p:sp>
      <p:pic>
        <p:nvPicPr>
          <p:cNvPr id="8" name="">
            <a:extLst xmlns:a="http://schemas.openxmlformats.org/drawingml/2006/main">
              <a:ext uri="{FF2B5EF4-FFF2-40B4-BE49-F238E27FC236}">
                <a16:creationId xmlns:a16="http://schemas.microsoft.com/office/drawing/2014/main" id="{CD5C81FA-D623-4F77-AD59-A46D336FB234}"/>
              </a:ext>
            </a:extLst>
          </p:cNvPr>
          <p:cNvPicPr>
            <a:picLocks xmlns:a="http://schemas.openxmlformats.org/drawingml/2006/main" noChangeAspect="1"/>
          </p:cNvPicPr>
          <p:nvPr/>
        </p:nvPicPr>
        <p:blipFill>
          <a:blip xmlns:r="http://schemas.openxmlformats.org/officeDocument/2006/relationships" xmlns:a="http://schemas.openxmlformats.org/drawingml/2006/main" r:embed="R5c6554fc889e4b81"/>
          <a:stretch xmlns:a="http://schemas.openxmlformats.org/drawingml/2006/main"/>
        </p:blipFill>
        <p:spPr>
          <a:xfrm xmlns:a="http://schemas.openxmlformats.org/drawingml/2006/main">
            <a:off x="1839686" y="4714875"/>
            <a:ext cx="8512629" cy="1295400"/>
          </a:xfrm>
          <a:prstGeom xmlns:a="http://schemas.openxmlformats.org/drawingml/2006/main" prst="rect">
            <a:avLst/>
          </a:prstGeom>
        </p:spPr>
      </p:pic>
    </p:spTree>
    <p:extLst>
      <p:ext uri="{BB962C8B-B14F-4D97-AF65-F5344CB8AC3E}">
        <p14:creationId xmlns:p14="http://schemas.microsoft.com/office/powerpoint/2010/main" val="3907127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1">
            <a:extLst xmlns:a="http://schemas.openxmlformats.org/drawingml/2006/main">
              <a:ext uri="{FF2B5EF4-FFF2-40B4-BE49-F238E27FC236}">
                <a16:creationId xmlns:a16="http://schemas.microsoft.com/office/drawing/2014/main" id="{4F7991FF-06DE-405F-810E-C0F3EFCB6D1D}"/>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2">
            <a:extLst xmlns:a="http://schemas.openxmlformats.org/drawingml/2006/main">
              <a:ext uri="{FF2B5EF4-FFF2-40B4-BE49-F238E27FC236}">
                <a16:creationId xmlns:a16="http://schemas.microsoft.com/office/drawing/2014/main" id="{58A6FC05-D729-4726-83F2-1AAD43604849}"/>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chứng: DHCP hợp lệ và IP không khớp binding</a:t>
            </a:r>
          </a:p>
        </p:txBody>
      </p:sp>
      <p:sp>
        <p:nvSpPr>
          <p:cNvPr id="3" name="text-13">
            <a:extLst xmlns:a="http://schemas.openxmlformats.org/drawingml/2006/main">
              <a:ext uri="{FF2B5EF4-FFF2-40B4-BE49-F238E27FC236}">
                <a16:creationId xmlns:a16="http://schemas.microsoft.com/office/drawing/2014/main" id="{9AB31D72-A3E7-4989-9A79-5068AF00715D}"/>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IP 192.168.10.4: 5/5 hồi đáp · IP 192.168.10.250: 0/5 hồi đáp.</a:t>
            </a:r>
          </a:p>
        </p:txBody>
      </p:sp>
      <p:sp>
        <p:nvSpPr>
          <p:cNvPr id="4" name="text-14">
            <a:extLst xmlns:a="http://schemas.openxmlformats.org/drawingml/2006/main">
              <a:ext uri="{FF2B5EF4-FFF2-40B4-BE49-F238E27FC236}">
                <a16:creationId xmlns:a16="http://schemas.microsoft.com/office/drawing/2014/main" id="{CB0369AE-EB8D-494A-99E3-1DD2A7AFFE04}"/>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03</a:t>
            </a:r>
          </a:p>
        </p:txBody>
      </p:sp>
      <p:pic>
        <p:nvPicPr>
          <p:cNvPr id="5" name="">
            <a:extLst xmlns:a="http://schemas.openxmlformats.org/drawingml/2006/main">
              <a:ext uri="{FF2B5EF4-FFF2-40B4-BE49-F238E27FC236}">
                <a16:creationId xmlns:a16="http://schemas.microsoft.com/office/drawing/2014/main" id="{D2436C8C-D8D9-46A3-9D82-16C5A72BB51D}"/>
              </a:ext>
            </a:extLst>
          </p:cNvPr>
          <p:cNvPicPr>
            <a:picLocks xmlns:a="http://schemas.openxmlformats.org/drawingml/2006/main" noChangeAspect="1"/>
          </p:cNvPicPr>
          <p:nvPr/>
        </p:nvPicPr>
        <p:blipFill>
          <a:blip xmlns:r="http://schemas.openxmlformats.org/officeDocument/2006/relationships" xmlns:a="http://schemas.openxmlformats.org/drawingml/2006/main" r:embed="R39d24d260d8a4f5e"/>
          <a:stretch xmlns:a="http://schemas.openxmlformats.org/drawingml/2006/main"/>
        </p:blipFill>
        <p:spPr>
          <a:xfrm xmlns:a="http://schemas.openxmlformats.org/drawingml/2006/main">
            <a:off x="992633" y="1228725"/>
            <a:ext cx="10206733" cy="4857750"/>
          </a:xfrm>
          <a:prstGeom xmlns:a="http://schemas.openxmlformats.org/drawingml/2006/main" prst="rect">
            <a:avLst/>
          </a:prstGeom>
        </p:spPr>
      </p:pic>
    </p:spTree>
    <p:extLst>
      <p:ext uri="{BB962C8B-B14F-4D97-AF65-F5344CB8AC3E}">
        <p14:creationId xmlns:p14="http://schemas.microsoft.com/office/powerpoint/2010/main" val="20966901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5">
            <a:extLst xmlns:a="http://schemas.openxmlformats.org/drawingml/2006/main">
              <a:ext uri="{FF2B5EF4-FFF2-40B4-BE49-F238E27FC236}">
                <a16:creationId xmlns:a16="http://schemas.microsoft.com/office/drawing/2014/main" id="{57947D3F-4E52-4BCE-9CBD-51EAB92D55E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6">
            <a:extLst xmlns:a="http://schemas.openxmlformats.org/drawingml/2006/main">
              <a:ext uri="{FF2B5EF4-FFF2-40B4-BE49-F238E27FC236}">
                <a16:creationId xmlns:a16="http://schemas.microsoft.com/office/drawing/2014/main" id="{019FA990-512F-4343-876C-03155FC38B1B}"/>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Bộ đếm vi phạm và cảnh báo trên CAMS</a:t>
            </a:r>
          </a:p>
        </p:txBody>
      </p:sp>
      <p:sp>
        <p:nvSpPr>
          <p:cNvPr id="3" name="text-17">
            <a:extLst xmlns:a="http://schemas.openxmlformats.org/drawingml/2006/main">
              <a:ext uri="{FF2B5EF4-FFF2-40B4-BE49-F238E27FC236}">
                <a16:creationId xmlns:a16="http://schemas.microsoft.com/office/drawing/2014/main" id="{1D3ADA24-C948-4EB6-AC99-294B3E3DBAF7}"/>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DAI loại bỏ ARP sai; CAMS tiếp nhận Syslog và sinh cảnh báo tương ứng.</a:t>
            </a:r>
          </a:p>
        </p:txBody>
      </p:sp>
      <p:sp>
        <p:nvSpPr>
          <p:cNvPr id="4" name="text-18">
            <a:extLst xmlns:a="http://schemas.openxmlformats.org/drawingml/2006/main">
              <a:ext uri="{FF2B5EF4-FFF2-40B4-BE49-F238E27FC236}">
                <a16:creationId xmlns:a16="http://schemas.microsoft.com/office/drawing/2014/main" id="{29BFD491-3B24-466B-9724-8FCB209AA3A6}"/>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04</a:t>
            </a:r>
          </a:p>
        </p:txBody>
      </p:sp>
      <p:pic>
        <p:nvPicPr>
          <p:cNvPr id="5" name="">
            <a:extLst xmlns:a="http://schemas.openxmlformats.org/drawingml/2006/main">
              <a:ext uri="{FF2B5EF4-FFF2-40B4-BE49-F238E27FC236}">
                <a16:creationId xmlns:a16="http://schemas.microsoft.com/office/drawing/2014/main" id="{1E0C5091-81E4-417F-B0D1-0EEFAD406FF2}"/>
              </a:ext>
            </a:extLst>
          </p:cNvPr>
          <p:cNvPicPr>
            <a:picLocks xmlns:a="http://schemas.openxmlformats.org/drawingml/2006/main" noChangeAspect="1"/>
          </p:cNvPicPr>
          <p:nvPr/>
        </p:nvPicPr>
        <p:blipFill>
          <a:blip xmlns:r="http://schemas.openxmlformats.org/officeDocument/2006/relationships" xmlns:a="http://schemas.openxmlformats.org/drawingml/2006/main" r:embed="R30488cd91947496e"/>
          <a:stretch xmlns:a="http://schemas.openxmlformats.org/drawingml/2006/main"/>
        </p:blipFill>
        <p:spPr>
          <a:xfrm xmlns:a="http://schemas.openxmlformats.org/drawingml/2006/main">
            <a:off x="2531341" y="1238250"/>
            <a:ext cx="7129318" cy="2476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865D91A-5009-4592-9F92-1C3633905C19}"/>
              </a:ext>
            </a:extLst>
          </p:cNvPr>
          <p:cNvPicPr>
            <a:picLocks xmlns:a="http://schemas.openxmlformats.org/drawingml/2006/main" noChangeAspect="1"/>
          </p:cNvPicPr>
          <p:nvPr/>
        </p:nvPicPr>
        <p:blipFill>
          <a:blip xmlns:r="http://schemas.openxmlformats.org/officeDocument/2006/relationships" xmlns:a="http://schemas.openxmlformats.org/drawingml/2006/main" r:embed="R08bac2165cc94e67"/>
          <a:stretch xmlns:a="http://schemas.openxmlformats.org/drawingml/2006/main"/>
        </p:blipFill>
        <p:spPr>
          <a:xfrm xmlns:a="http://schemas.openxmlformats.org/drawingml/2006/main">
            <a:off x="993859" y="3857625"/>
            <a:ext cx="10204283" cy="2190750"/>
          </a:xfrm>
          <a:prstGeom xmlns:a="http://schemas.openxmlformats.org/drawingml/2006/main" prst="rect">
            <a:avLst/>
          </a:prstGeom>
        </p:spPr>
      </p:pic>
    </p:spTree>
    <p:extLst>
      <p:ext uri="{BB962C8B-B14F-4D97-AF65-F5344CB8AC3E}">
        <p14:creationId xmlns:p14="http://schemas.microsoft.com/office/powerpoint/2010/main" val="17977310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9">
            <a:extLst xmlns:a="http://schemas.openxmlformats.org/drawingml/2006/main">
              <a:ext uri="{FF2B5EF4-FFF2-40B4-BE49-F238E27FC236}">
                <a16:creationId xmlns:a16="http://schemas.microsoft.com/office/drawing/2014/main" id="{DA67C508-AFF0-40AF-BCA7-F822FD49D47D}"/>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0">
            <a:extLst xmlns:a="http://schemas.openxmlformats.org/drawingml/2006/main">
              <a:ext uri="{FF2B5EF4-FFF2-40B4-BE49-F238E27FC236}">
                <a16:creationId xmlns:a16="http://schemas.microsoft.com/office/drawing/2014/main" id="{A1EFECB4-7447-4A1C-9495-94FEC24575C5}"/>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OSPF trên 5 router</a:t>
            </a:r>
          </a:p>
        </p:txBody>
      </p:sp>
      <p:sp>
        <p:nvSpPr>
          <p:cNvPr id="3" name="text-21">
            <a:extLst xmlns:a="http://schemas.openxmlformats.org/drawingml/2006/main">
              <a:ext uri="{FF2B5EF4-FFF2-40B4-BE49-F238E27FC236}">
                <a16:creationId xmlns:a16="http://schemas.microsoft.com/office/drawing/2014/main" id="{E7015C14-DA76-42ED-826E-CE277603D483}"/>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Ba LAN thử nghiệm; mạng quản trị 192.168.122.0/24 không tham gia OSPF.</a:t>
            </a:r>
          </a:p>
        </p:txBody>
      </p:sp>
      <p:sp>
        <p:nvSpPr>
          <p:cNvPr id="4" name="text-22">
            <a:extLst xmlns:a="http://schemas.openxmlformats.org/drawingml/2006/main">
              <a:ext uri="{FF2B5EF4-FFF2-40B4-BE49-F238E27FC236}">
                <a16:creationId xmlns:a16="http://schemas.microsoft.com/office/drawing/2014/main" id="{1361CC53-CF06-47AC-AB9A-5F12B826C705}"/>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05</a:t>
            </a:r>
          </a:p>
        </p:txBody>
      </p:sp>
      <p:pic>
        <p:nvPicPr>
          <p:cNvPr id="5" name="">
            <a:extLst xmlns:a="http://schemas.openxmlformats.org/drawingml/2006/main">
              <a:ext uri="{FF2B5EF4-FFF2-40B4-BE49-F238E27FC236}">
                <a16:creationId xmlns:a16="http://schemas.microsoft.com/office/drawing/2014/main" id="{DCC5F240-05AF-4442-8396-C287B2D45111}"/>
              </a:ext>
            </a:extLst>
          </p:cNvPr>
          <p:cNvPicPr>
            <a:picLocks xmlns:a="http://schemas.openxmlformats.org/drawingml/2006/main" noChangeAspect="1"/>
          </p:cNvPicPr>
          <p:nvPr/>
        </p:nvPicPr>
        <p:blipFill>
          <a:blip xmlns:r="http://schemas.openxmlformats.org/officeDocument/2006/relationships" xmlns:a="http://schemas.openxmlformats.org/drawingml/2006/main" r:embed="R668bb724aebc419a"/>
          <a:stretch xmlns:a="http://schemas.openxmlformats.org/drawingml/2006/main"/>
        </p:blipFill>
        <p:spPr>
          <a:xfrm xmlns:a="http://schemas.openxmlformats.org/drawingml/2006/main">
            <a:off x="2757168" y="1209675"/>
            <a:ext cx="6677664" cy="4867275"/>
          </a:xfrm>
          <a:prstGeom xmlns:a="http://schemas.openxmlformats.org/drawingml/2006/main" prst="rect">
            <a:avLst/>
          </a:prstGeom>
        </p:spPr>
      </p:pic>
    </p:spTree>
    <p:extLst>
      <p:ext uri="{BB962C8B-B14F-4D97-AF65-F5344CB8AC3E}">
        <p14:creationId xmlns:p14="http://schemas.microsoft.com/office/powerpoint/2010/main" val="18610265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3">
            <a:extLst xmlns:a="http://schemas.openxmlformats.org/drawingml/2006/main">
              <a:ext uri="{FF2B5EF4-FFF2-40B4-BE49-F238E27FC236}">
                <a16:creationId xmlns:a16="http://schemas.microsoft.com/office/drawing/2014/main" id="{AF306D7C-99D6-4267-BC73-9E81DB84726E}"/>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4">
            <a:extLst xmlns:a="http://schemas.openxmlformats.org/drawingml/2006/main">
              <a:ext uri="{FF2B5EF4-FFF2-40B4-BE49-F238E27FC236}">
                <a16:creationId xmlns:a16="http://schemas.microsoft.com/office/drawing/2014/main" id="{B9302008-0D1A-47BC-9CDC-49E9AB8CC667}"/>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Khai báo nhóm và chọn mạng trên CAMS</a:t>
            </a:r>
          </a:p>
        </p:txBody>
      </p:sp>
      <p:sp>
        <p:nvSpPr>
          <p:cNvPr id="3" name="text-25">
            <a:extLst xmlns:a="http://schemas.openxmlformats.org/drawingml/2006/main">
              <a:ext uri="{FF2B5EF4-FFF2-40B4-BE49-F238E27FC236}">
                <a16:creationId xmlns:a16="http://schemas.microsoft.com/office/drawing/2014/main" id="{CF5B9970-C37B-417D-933A-34CD9C6FAF34}"/>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Chọn R1–R5, chọn mạng nghiệp vụ và gửi cấu hình qua Save &amp; Push.</a:t>
            </a:r>
          </a:p>
        </p:txBody>
      </p:sp>
      <p:sp>
        <p:nvSpPr>
          <p:cNvPr id="4" name="text-26">
            <a:extLst xmlns:a="http://schemas.openxmlformats.org/drawingml/2006/main">
              <a:ext uri="{FF2B5EF4-FFF2-40B4-BE49-F238E27FC236}">
                <a16:creationId xmlns:a16="http://schemas.microsoft.com/office/drawing/2014/main" id="{2E987220-4820-4430-B302-FBE856D40882}"/>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06</a:t>
            </a:r>
          </a:p>
        </p:txBody>
      </p:sp>
      <p:pic>
        <p:nvPicPr>
          <p:cNvPr id="5" name="">
            <a:extLst xmlns:a="http://schemas.openxmlformats.org/drawingml/2006/main">
              <a:ext uri="{FF2B5EF4-FFF2-40B4-BE49-F238E27FC236}">
                <a16:creationId xmlns:a16="http://schemas.microsoft.com/office/drawing/2014/main" id="{EFC02E65-B61C-4C6A-9B9A-2A4445C5202F}"/>
              </a:ext>
            </a:extLst>
          </p:cNvPr>
          <p:cNvPicPr>
            <a:picLocks xmlns:a="http://schemas.openxmlformats.org/drawingml/2006/main" noChangeAspect="1"/>
          </p:cNvPicPr>
          <p:nvPr/>
        </p:nvPicPr>
        <p:blipFill>
          <a:blip xmlns:r="http://schemas.openxmlformats.org/officeDocument/2006/relationships" xmlns:a="http://schemas.openxmlformats.org/drawingml/2006/main" r:embed="Rd638cb8786b14aa0"/>
          <a:stretch xmlns:a="http://schemas.openxmlformats.org/drawingml/2006/main"/>
        </p:blipFill>
        <p:spPr>
          <a:xfrm xmlns:a="http://schemas.openxmlformats.org/drawingml/2006/main">
            <a:off x="381000" y="1987868"/>
            <a:ext cx="3905250" cy="335851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17A18EA-F51F-41BC-9143-F2AC2230BD0A}"/>
              </a:ext>
            </a:extLst>
          </p:cNvPr>
          <p:cNvPicPr>
            <a:picLocks xmlns:a="http://schemas.openxmlformats.org/drawingml/2006/main" noChangeAspect="1"/>
          </p:cNvPicPr>
          <p:nvPr/>
        </p:nvPicPr>
        <p:blipFill>
          <a:blip xmlns:r="http://schemas.openxmlformats.org/officeDocument/2006/relationships" xmlns:a="http://schemas.openxmlformats.org/drawingml/2006/main" r:embed="Ra1a164d07fe94ae0"/>
          <a:stretch xmlns:a="http://schemas.openxmlformats.org/drawingml/2006/main"/>
        </p:blipFill>
        <p:spPr>
          <a:xfrm xmlns:a="http://schemas.openxmlformats.org/drawingml/2006/main">
            <a:off x="4572000" y="1601058"/>
            <a:ext cx="7239000" cy="4132133"/>
          </a:xfrm>
          <a:prstGeom xmlns:a="http://schemas.openxmlformats.org/drawingml/2006/main" prst="rect">
            <a:avLst/>
          </a:prstGeom>
        </p:spPr>
      </p:pic>
    </p:spTree>
    <p:extLst>
      <p:ext uri="{BB962C8B-B14F-4D97-AF65-F5344CB8AC3E}">
        <p14:creationId xmlns:p14="http://schemas.microsoft.com/office/powerpoint/2010/main" val="4170058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7">
            <a:extLst xmlns:a="http://schemas.openxmlformats.org/drawingml/2006/main">
              <a:ext uri="{FF2B5EF4-FFF2-40B4-BE49-F238E27FC236}">
                <a16:creationId xmlns:a16="http://schemas.microsoft.com/office/drawing/2014/main" id="{DDA08E06-7A18-4D58-BB5E-81D809D56C5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8">
            <a:extLst xmlns:a="http://schemas.openxmlformats.org/drawingml/2006/main">
              <a:ext uri="{FF2B5EF4-FFF2-40B4-BE49-F238E27FC236}">
                <a16:creationId xmlns:a16="http://schemas.microsoft.com/office/drawing/2014/main" id="{783F5805-4E65-4F19-B5E9-55912C12AEFB}"/>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Xác minh láng giềng và tuyến học được trên R1</a:t>
            </a:r>
          </a:p>
        </p:txBody>
      </p:sp>
      <p:sp>
        <p:nvSpPr>
          <p:cNvPr id="3" name="text-29">
            <a:extLst xmlns:a="http://schemas.openxmlformats.org/drawingml/2006/main">
              <a:ext uri="{FF2B5EF4-FFF2-40B4-BE49-F238E27FC236}">
                <a16:creationId xmlns:a16="http://schemas.microsoft.com/office/drawing/2014/main" id="{32F92102-3D3B-4F82-9CFE-EC50E19A3F25}"/>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Láng giềng FULL; R1 học được tuyến tới LAN 192.168.20.0/24 và 192.168.50.0/24.</a:t>
            </a:r>
          </a:p>
        </p:txBody>
      </p:sp>
      <p:sp>
        <p:nvSpPr>
          <p:cNvPr id="4" name="text-30">
            <a:extLst xmlns:a="http://schemas.openxmlformats.org/drawingml/2006/main">
              <a:ext uri="{FF2B5EF4-FFF2-40B4-BE49-F238E27FC236}">
                <a16:creationId xmlns:a16="http://schemas.microsoft.com/office/drawing/2014/main" id="{6DD4C46F-DF71-46EC-B05B-5616DD78E180}"/>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07</a:t>
            </a:r>
          </a:p>
        </p:txBody>
      </p:sp>
      <p:sp>
        <p:nvSpPr>
          <p:cNvPr id="5" name="text-31">
            <a:extLst xmlns:a="http://schemas.openxmlformats.org/drawingml/2006/main">
              <a:ext uri="{FF2B5EF4-FFF2-40B4-BE49-F238E27FC236}">
                <a16:creationId xmlns:a16="http://schemas.microsoft.com/office/drawing/2014/main" id="{ED0CE815-2CA3-4313-A1AD-0C0C942E05FD}"/>
              </a:ext>
            </a:extLst>
          </p:cNvPr>
          <p:cNvSpPr>
            <a:spLocks xmlns:a="http://schemas.openxmlformats.org/drawingml/2006/main" noGrp="1"/>
          </p:cNvSpPr>
          <p:nvPr/>
        </p:nvSpPr>
        <p:spPr>
          <a:xfrm xmlns:a="http://schemas.openxmlformats.org/drawingml/2006/main">
            <a:off x="381000" y="142875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ospf neighbor</a:t>
            </a:r>
          </a:p>
        </p:txBody>
      </p:sp>
      <p:pic>
        <p:nvPicPr>
          <p:cNvPr id="6" name="">
            <a:extLst xmlns:a="http://schemas.openxmlformats.org/drawingml/2006/main">
              <a:ext uri="{FF2B5EF4-FFF2-40B4-BE49-F238E27FC236}">
                <a16:creationId xmlns:a16="http://schemas.microsoft.com/office/drawing/2014/main" id="{7E3B42EB-6A3C-4AE0-AEF7-079950E5D694}"/>
              </a:ext>
            </a:extLst>
          </p:cNvPr>
          <p:cNvPicPr>
            <a:picLocks xmlns:a="http://schemas.openxmlformats.org/drawingml/2006/main" noChangeAspect="1"/>
          </p:cNvPicPr>
          <p:nvPr/>
        </p:nvPicPr>
        <p:blipFill>
          <a:blip xmlns:r="http://schemas.openxmlformats.org/officeDocument/2006/relationships" xmlns:a="http://schemas.openxmlformats.org/drawingml/2006/main" r:embed="R2ba13462c90c4cf3"/>
          <a:stretch xmlns:a="http://schemas.openxmlformats.org/drawingml/2006/main"/>
        </p:blipFill>
        <p:spPr>
          <a:xfrm xmlns:a="http://schemas.openxmlformats.org/drawingml/2006/main">
            <a:off x="381000" y="1929654"/>
            <a:ext cx="11430000" cy="1541368"/>
          </a:xfrm>
          <a:prstGeom xmlns:a="http://schemas.openxmlformats.org/drawingml/2006/main" prst="rect">
            <a:avLst/>
          </a:prstGeom>
        </p:spPr>
      </p:pic>
      <p:sp>
        <p:nvSpPr>
          <p:cNvPr id="7" name="text-32">
            <a:extLst xmlns:a="http://schemas.openxmlformats.org/drawingml/2006/main">
              <a:ext uri="{FF2B5EF4-FFF2-40B4-BE49-F238E27FC236}">
                <a16:creationId xmlns:a16="http://schemas.microsoft.com/office/drawing/2014/main" id="{26924110-62B1-4808-B33F-88892786D174}"/>
              </a:ext>
            </a:extLst>
          </p:cNvPr>
          <p:cNvSpPr>
            <a:spLocks xmlns:a="http://schemas.openxmlformats.org/drawingml/2006/main" noGrp="1"/>
          </p:cNvSpPr>
          <p:nvPr/>
        </p:nvSpPr>
        <p:spPr>
          <a:xfrm xmlns:a="http://schemas.openxmlformats.org/drawingml/2006/main">
            <a:off x="381000" y="39147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route ospf — trích các tuyến nghiệp vụ</a:t>
            </a:r>
          </a:p>
        </p:txBody>
      </p:sp>
      <p:pic>
        <p:nvPicPr>
          <p:cNvPr id="8" name="">
            <a:extLst xmlns:a="http://schemas.openxmlformats.org/drawingml/2006/main">
              <a:ext uri="{FF2B5EF4-FFF2-40B4-BE49-F238E27FC236}">
                <a16:creationId xmlns:a16="http://schemas.microsoft.com/office/drawing/2014/main" id="{526866D1-9B8E-481B-AF13-9548E2EFF6B0}"/>
              </a:ext>
            </a:extLst>
          </p:cNvPr>
          <p:cNvPicPr>
            <a:picLocks xmlns:a="http://schemas.openxmlformats.org/drawingml/2006/main" noChangeAspect="1"/>
          </p:cNvPicPr>
          <p:nvPr/>
        </p:nvPicPr>
        <p:blipFill>
          <a:blip xmlns:r="http://schemas.openxmlformats.org/officeDocument/2006/relationships" xmlns:a="http://schemas.openxmlformats.org/drawingml/2006/main" r:embed="R5e9e0534a0f94eda"/>
          <a:stretch xmlns:a="http://schemas.openxmlformats.org/drawingml/2006/main"/>
        </p:blipFill>
        <p:spPr>
          <a:xfrm xmlns:a="http://schemas.openxmlformats.org/drawingml/2006/main">
            <a:off x="625186" y="4371975"/>
            <a:ext cx="10941627" cy="1714500"/>
          </a:xfrm>
          <a:prstGeom xmlns:a="http://schemas.openxmlformats.org/drawingml/2006/main" prst="rect">
            <a:avLst/>
          </a:prstGeom>
        </p:spPr>
      </p:pic>
    </p:spTree>
    <p:extLst>
      <p:ext uri="{BB962C8B-B14F-4D97-AF65-F5344CB8AC3E}">
        <p14:creationId xmlns:p14="http://schemas.microsoft.com/office/powerpoint/2010/main" val="12419047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3">
            <a:extLst xmlns:a="http://schemas.openxmlformats.org/drawingml/2006/main">
              <a:ext uri="{FF2B5EF4-FFF2-40B4-BE49-F238E27FC236}">
                <a16:creationId xmlns:a16="http://schemas.microsoft.com/office/drawing/2014/main" id="{B07D8F88-FF9E-43C7-8C53-702FA50C51A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34">
            <a:extLst xmlns:a="http://schemas.openxmlformats.org/drawingml/2006/main">
              <a:ext uri="{FF2B5EF4-FFF2-40B4-BE49-F238E27FC236}">
                <a16:creationId xmlns:a16="http://schemas.microsoft.com/office/drawing/2014/main" id="{52F3871E-776F-413D-B3D8-6087CA140D71}"/>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Ping và trace từ VPC8 tới VPC10</a:t>
            </a:r>
          </a:p>
        </p:txBody>
      </p:sp>
      <p:sp>
        <p:nvSpPr>
          <p:cNvPr id="3" name="text-35">
            <a:extLst xmlns:a="http://schemas.openxmlformats.org/drawingml/2006/main">
              <a:ext uri="{FF2B5EF4-FFF2-40B4-BE49-F238E27FC236}">
                <a16:creationId xmlns:a16="http://schemas.microsoft.com/office/drawing/2014/main" id="{6326CFB3-A65C-4E75-BC1B-978C5CC0790C}"/>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Đường đi: VPC8 → R1 → R3 → R4 → R5 → VPC10.</a:t>
            </a:r>
          </a:p>
        </p:txBody>
      </p:sp>
      <p:sp>
        <p:nvSpPr>
          <p:cNvPr id="4" name="text-36">
            <a:extLst xmlns:a="http://schemas.openxmlformats.org/drawingml/2006/main">
              <a:ext uri="{FF2B5EF4-FFF2-40B4-BE49-F238E27FC236}">
                <a16:creationId xmlns:a16="http://schemas.microsoft.com/office/drawing/2014/main" id="{654FAFE2-B238-41C3-A003-908FACE04EA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08</a:t>
            </a:r>
          </a:p>
        </p:txBody>
      </p:sp>
      <p:pic>
        <p:nvPicPr>
          <p:cNvPr id="5" name="">
            <a:extLst xmlns:a="http://schemas.openxmlformats.org/drawingml/2006/main">
              <a:ext uri="{FF2B5EF4-FFF2-40B4-BE49-F238E27FC236}">
                <a16:creationId xmlns:a16="http://schemas.microsoft.com/office/drawing/2014/main" id="{32B7A531-F51E-4475-A490-91F6F6DCDE06}"/>
              </a:ext>
            </a:extLst>
          </p:cNvPr>
          <p:cNvPicPr>
            <a:picLocks xmlns:a="http://schemas.openxmlformats.org/drawingml/2006/main" noChangeAspect="1"/>
          </p:cNvPicPr>
          <p:nvPr/>
        </p:nvPicPr>
        <p:blipFill>
          <a:blip xmlns:r="http://schemas.openxmlformats.org/officeDocument/2006/relationships" xmlns:a="http://schemas.openxmlformats.org/drawingml/2006/main" r:embed="Rcd1749a557604762"/>
          <a:stretch xmlns:a="http://schemas.openxmlformats.org/drawingml/2006/main"/>
        </p:blipFill>
        <p:spPr>
          <a:xfrm xmlns:a="http://schemas.openxmlformats.org/drawingml/2006/main">
            <a:off x="1804112" y="1257300"/>
            <a:ext cx="8583776" cy="2266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954FEF6-A1E0-4066-A9B9-6C84FCA32B4A}"/>
              </a:ext>
            </a:extLst>
          </p:cNvPr>
          <p:cNvPicPr>
            <a:picLocks xmlns:a="http://schemas.openxmlformats.org/drawingml/2006/main" noChangeAspect="1"/>
          </p:cNvPicPr>
          <p:nvPr/>
        </p:nvPicPr>
        <p:blipFill>
          <a:blip xmlns:r="http://schemas.openxmlformats.org/officeDocument/2006/relationships" xmlns:a="http://schemas.openxmlformats.org/drawingml/2006/main" r:embed="R0c205106faaa4098"/>
          <a:stretch xmlns:a="http://schemas.openxmlformats.org/drawingml/2006/main"/>
        </p:blipFill>
        <p:spPr>
          <a:xfrm xmlns:a="http://schemas.openxmlformats.org/drawingml/2006/main">
            <a:off x="381000" y="3956538"/>
            <a:ext cx="11430000" cy="1802423"/>
          </a:xfrm>
          <a:prstGeom xmlns:a="http://schemas.openxmlformats.org/drawingml/2006/main" prst="rect">
            <a:avLst/>
          </a:prstGeom>
        </p:spPr>
      </p:pic>
    </p:spTree>
    <p:extLst>
      <p:ext uri="{BB962C8B-B14F-4D97-AF65-F5344CB8AC3E}">
        <p14:creationId xmlns:p14="http://schemas.microsoft.com/office/powerpoint/2010/main" val="3124642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7">
            <a:extLst xmlns:a="http://schemas.openxmlformats.org/drawingml/2006/main">
              <a:ext uri="{FF2B5EF4-FFF2-40B4-BE49-F238E27FC236}">
                <a16:creationId xmlns:a16="http://schemas.microsoft.com/office/drawing/2014/main" id="{B9F295C7-E3FE-4C57-BB0E-BBFDB3C3F03B}"/>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SYSLOG / EMAIL</a:t>
            </a:r>
          </a:p>
        </p:txBody>
      </p:sp>
      <p:sp>
        <p:nvSpPr>
          <p:cNvPr id="2" name="text-38">
            <a:extLst xmlns:a="http://schemas.openxmlformats.org/drawingml/2006/main">
              <a:ext uri="{FF2B5EF4-FFF2-40B4-BE49-F238E27FC236}">
                <a16:creationId xmlns:a16="http://schemas.microsoft.com/office/drawing/2014/main" id="{C2296E92-E169-480E-A707-A445FF6019D8}"/>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CAMS nhận và phân tích nhật ký tập trung</a:t>
            </a:r>
          </a:p>
        </p:txBody>
      </p:sp>
      <p:sp>
        <p:nvSpPr>
          <p:cNvPr id="3" name="text-39">
            <a:extLst xmlns:a="http://schemas.openxmlformats.org/drawingml/2006/main">
              <a:ext uri="{FF2B5EF4-FFF2-40B4-BE49-F238E27FC236}">
                <a16:creationId xmlns:a16="http://schemas.microsoft.com/office/drawing/2014/main" id="{F424265F-1B9A-432B-8D4A-2066EEA24970}"/>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Bản tin từ R1, R2, R3 và SW1; dòng SW1 ghi LINK / 3 Error.</a:t>
            </a:r>
          </a:p>
        </p:txBody>
      </p:sp>
      <p:sp>
        <p:nvSpPr>
          <p:cNvPr id="4" name="text-40">
            <a:extLst xmlns:a="http://schemas.openxmlformats.org/drawingml/2006/main">
              <a:ext uri="{FF2B5EF4-FFF2-40B4-BE49-F238E27FC236}">
                <a16:creationId xmlns:a16="http://schemas.microsoft.com/office/drawing/2014/main" id="{21E563A9-1DD7-4EDA-B735-E4E042F83E80}"/>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09</a:t>
            </a:r>
          </a:p>
        </p:txBody>
      </p:sp>
      <p:pic>
        <p:nvPicPr>
          <p:cNvPr id="5" name="">
            <a:extLst xmlns:a="http://schemas.openxmlformats.org/drawingml/2006/main">
              <a:ext uri="{FF2B5EF4-FFF2-40B4-BE49-F238E27FC236}">
                <a16:creationId xmlns:a16="http://schemas.microsoft.com/office/drawing/2014/main" id="{D56B425A-FA30-4CE6-86D9-0A742233F1DF}"/>
              </a:ext>
            </a:extLst>
          </p:cNvPr>
          <p:cNvPicPr>
            <a:picLocks xmlns:a="http://schemas.openxmlformats.org/drawingml/2006/main" noChangeAspect="1"/>
          </p:cNvPicPr>
          <p:nvPr/>
        </p:nvPicPr>
        <p:blipFill>
          <a:blip xmlns:r="http://schemas.openxmlformats.org/officeDocument/2006/relationships" xmlns:a="http://schemas.openxmlformats.org/drawingml/2006/main" r:embed="Rcf02231d39bd4934"/>
          <a:stretch xmlns:a="http://schemas.openxmlformats.org/drawingml/2006/main"/>
        </p:blipFill>
        <p:spPr>
          <a:xfrm xmlns:a="http://schemas.openxmlformats.org/drawingml/2006/main">
            <a:off x="381000" y="2315958"/>
            <a:ext cx="11430000" cy="2654710"/>
          </a:xfrm>
          <a:prstGeom xmlns:a="http://schemas.openxmlformats.org/drawingml/2006/main" prst="rect">
            <a:avLst/>
          </a:prstGeom>
        </p:spPr>
      </p:pic>
    </p:spTree>
    <p:extLst>
      <p:ext uri="{BB962C8B-B14F-4D97-AF65-F5344CB8AC3E}">
        <p14:creationId xmlns:p14="http://schemas.microsoft.com/office/powerpoint/2010/main" val="4355267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1">
            <a:extLst xmlns:a="http://schemas.openxmlformats.org/drawingml/2006/main">
              <a:ext uri="{FF2B5EF4-FFF2-40B4-BE49-F238E27FC236}">
                <a16:creationId xmlns:a16="http://schemas.microsoft.com/office/drawing/2014/main" id="{187CF6BB-08DD-499E-BA5E-11B7F8EB9FFA}"/>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SYSLOG / EMAIL</a:t>
            </a:r>
          </a:p>
        </p:txBody>
      </p:sp>
      <p:sp>
        <p:nvSpPr>
          <p:cNvPr id="2" name="text-42">
            <a:extLst xmlns:a="http://schemas.openxmlformats.org/drawingml/2006/main">
              <a:ext uri="{FF2B5EF4-FFF2-40B4-BE49-F238E27FC236}">
                <a16:creationId xmlns:a16="http://schemas.microsoft.com/office/drawing/2014/main" id="{DD3958DD-A6ED-48B6-A028-926195C7FFE5}"/>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Thư cảnh báo chứa sự kiện từ thiết bị</a:t>
            </a:r>
          </a:p>
        </p:txBody>
      </p:sp>
      <p:sp>
        <p:nvSpPr>
          <p:cNvPr id="3" name="text-43">
            <a:extLst xmlns:a="http://schemas.openxmlformats.org/drawingml/2006/main">
              <a:ext uri="{FF2B5EF4-FFF2-40B4-BE49-F238E27FC236}">
                <a16:creationId xmlns:a16="http://schemas.microsoft.com/office/drawing/2014/main" id="{C9F204EB-5A6F-43B8-86C9-5281933E26B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SW1 · 192.168.122.104 · LINK-3-UPDOWN · Gi1/3 chuyển sang trạng thái up.</a:t>
            </a:r>
          </a:p>
        </p:txBody>
      </p:sp>
      <p:sp>
        <p:nvSpPr>
          <p:cNvPr id="4" name="text-44">
            <a:extLst xmlns:a="http://schemas.openxmlformats.org/drawingml/2006/main">
              <a:ext uri="{FF2B5EF4-FFF2-40B4-BE49-F238E27FC236}">
                <a16:creationId xmlns:a16="http://schemas.microsoft.com/office/drawing/2014/main" id="{0127864E-EF10-404A-B3A2-716F93A8B491}"/>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10</a:t>
            </a:r>
          </a:p>
        </p:txBody>
      </p:sp>
      <p:pic>
        <p:nvPicPr>
          <p:cNvPr id="5" name="">
            <a:extLst xmlns:a="http://schemas.openxmlformats.org/drawingml/2006/main">
              <a:ext uri="{FF2B5EF4-FFF2-40B4-BE49-F238E27FC236}">
                <a16:creationId xmlns:a16="http://schemas.microsoft.com/office/drawing/2014/main" id="{91E1050B-B065-4F59-B450-FCDD153E8703}"/>
              </a:ext>
            </a:extLst>
          </p:cNvPr>
          <p:cNvPicPr>
            <a:picLocks xmlns:a="http://schemas.openxmlformats.org/drawingml/2006/main" noChangeAspect="1"/>
          </p:cNvPicPr>
          <p:nvPr/>
        </p:nvPicPr>
        <p:blipFill>
          <a:blip xmlns:r="http://schemas.openxmlformats.org/officeDocument/2006/relationships" xmlns:a="http://schemas.openxmlformats.org/drawingml/2006/main" r:embed="R2a23185fc01144c2"/>
          <a:stretch xmlns:a="http://schemas.openxmlformats.org/drawingml/2006/main"/>
        </p:blipFill>
        <p:spPr>
          <a:xfrm xmlns:a="http://schemas.openxmlformats.org/drawingml/2006/main">
            <a:off x="3830845" y="1209675"/>
            <a:ext cx="4530310" cy="4867275"/>
          </a:xfrm>
          <a:prstGeom xmlns:a="http://schemas.openxmlformats.org/drawingml/2006/main" prst="rect">
            <a:avLst/>
          </a:prstGeom>
        </p:spPr>
      </p:pic>
    </p:spTree>
    <p:extLst>
      <p:ext uri="{BB962C8B-B14F-4D97-AF65-F5344CB8AC3E}">
        <p14:creationId xmlns:p14="http://schemas.microsoft.com/office/powerpoint/2010/main" val="2101145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5">
            <a:extLst xmlns:a="http://schemas.openxmlformats.org/drawingml/2006/main">
              <a:ext uri="{FF2B5EF4-FFF2-40B4-BE49-F238E27FC236}">
                <a16:creationId xmlns:a16="http://schemas.microsoft.com/office/drawing/2014/main" id="{BA65374C-ACE5-456E-8ECB-68E20CF279DF}"/>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46">
            <a:extLst xmlns:a="http://schemas.openxmlformats.org/drawingml/2006/main">
              <a:ext uri="{FF2B5EF4-FFF2-40B4-BE49-F238E27FC236}">
                <a16:creationId xmlns:a16="http://schemas.microsoft.com/office/drawing/2014/main" id="{2E24D51E-4C82-4227-AF5A-651F6D152269}"/>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phân tách chính sách theo VLAN</a:t>
            </a:r>
          </a:p>
        </p:txBody>
      </p:sp>
      <p:sp>
        <p:nvSpPr>
          <p:cNvPr id="3" name="text-47">
            <a:extLst xmlns:a="http://schemas.openxmlformats.org/drawingml/2006/main">
              <a:ext uri="{FF2B5EF4-FFF2-40B4-BE49-F238E27FC236}">
                <a16:creationId xmlns:a16="http://schemas.microsoft.com/office/drawing/2014/main" id="{4AFEB759-CD74-47E9-BB23-09E6E8A2F43C}"/>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VLAN 10 chặn TCP/23 · VLAN 20 chặn TCP/80 · VLAN 30 chặn ICMP theo đích thử.</a:t>
            </a:r>
          </a:p>
        </p:txBody>
      </p:sp>
      <p:sp>
        <p:nvSpPr>
          <p:cNvPr id="4" name="text-48">
            <a:extLst xmlns:a="http://schemas.openxmlformats.org/drawingml/2006/main">
              <a:ext uri="{FF2B5EF4-FFF2-40B4-BE49-F238E27FC236}">
                <a16:creationId xmlns:a16="http://schemas.microsoft.com/office/drawing/2014/main" id="{AEB3C72A-D630-4020-89D6-80CCC47BAE0B}"/>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11</a:t>
            </a:r>
          </a:p>
        </p:txBody>
      </p:sp>
      <p:pic>
        <p:nvPicPr>
          <p:cNvPr id="5" name="">
            <a:extLst xmlns:a="http://schemas.openxmlformats.org/drawingml/2006/main">
              <a:ext uri="{FF2B5EF4-FFF2-40B4-BE49-F238E27FC236}">
                <a16:creationId xmlns:a16="http://schemas.microsoft.com/office/drawing/2014/main" id="{B696BDD3-1E6A-480F-B7ED-EF731B7AEEDE}"/>
              </a:ext>
            </a:extLst>
          </p:cNvPr>
          <p:cNvPicPr>
            <a:picLocks xmlns:a="http://schemas.openxmlformats.org/drawingml/2006/main" noChangeAspect="1"/>
          </p:cNvPicPr>
          <p:nvPr/>
        </p:nvPicPr>
        <p:blipFill>
          <a:blip xmlns:r="http://schemas.openxmlformats.org/officeDocument/2006/relationships" xmlns:a="http://schemas.openxmlformats.org/drawingml/2006/main" r:embed="R988805c5bd0c4b2d"/>
          <a:stretch xmlns:a="http://schemas.openxmlformats.org/drawingml/2006/main"/>
        </p:blipFill>
        <p:spPr>
          <a:xfrm xmlns:a="http://schemas.openxmlformats.org/drawingml/2006/main">
            <a:off x="3280738" y="1209675"/>
            <a:ext cx="5630524" cy="4867275"/>
          </a:xfrm>
          <a:prstGeom xmlns:a="http://schemas.openxmlformats.org/drawingml/2006/main" prst="rect">
            <a:avLst/>
          </a:prstGeom>
        </p:spPr>
      </p:pic>
    </p:spTree>
    <p:extLst>
      <p:ext uri="{BB962C8B-B14F-4D97-AF65-F5344CB8AC3E}">
        <p14:creationId xmlns:p14="http://schemas.microsoft.com/office/powerpoint/2010/main" val="8776360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9">
            <a:extLst xmlns:a="http://schemas.openxmlformats.org/drawingml/2006/main">
              <a:ext uri="{FF2B5EF4-FFF2-40B4-BE49-F238E27FC236}">
                <a16:creationId xmlns:a16="http://schemas.microsoft.com/office/drawing/2014/main" id="{F7C600B8-75E5-437C-9A39-85A1EB46CEB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50">
            <a:extLst xmlns:a="http://schemas.openxmlformats.org/drawingml/2006/main">
              <a:ext uri="{FF2B5EF4-FFF2-40B4-BE49-F238E27FC236}">
                <a16:creationId xmlns:a16="http://schemas.microsoft.com/office/drawing/2014/main" id="{09CEA125-546C-49C2-A988-6475EB859784}"/>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Kết quả lưu lượng bị từ chối theo chính sách</a:t>
            </a:r>
          </a:p>
        </p:txBody>
      </p:sp>
      <p:sp>
        <p:nvSpPr>
          <p:cNvPr id="3" name="text-51">
            <a:extLst xmlns:a="http://schemas.openxmlformats.org/drawingml/2006/main">
              <a:ext uri="{FF2B5EF4-FFF2-40B4-BE49-F238E27FC236}">
                <a16:creationId xmlns:a16="http://schemas.microsoft.com/office/drawing/2014/main" id="{F57DFCC6-EDFC-4542-A07D-0A809C120BC8}"/>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Router trả ICMP Type 3 Code 13: Communication administratively prohibited.</a:t>
            </a:r>
          </a:p>
        </p:txBody>
      </p:sp>
      <p:sp>
        <p:nvSpPr>
          <p:cNvPr id="4" name="text-52">
            <a:extLst xmlns:a="http://schemas.openxmlformats.org/drawingml/2006/main">
              <a:ext uri="{FF2B5EF4-FFF2-40B4-BE49-F238E27FC236}">
                <a16:creationId xmlns:a16="http://schemas.microsoft.com/office/drawing/2014/main" id="{EC93E809-FE86-4A57-87A0-BFDB86A6E95C}"/>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12</a:t>
            </a:r>
          </a:p>
        </p:txBody>
      </p:sp>
      <p:sp>
        <p:nvSpPr>
          <p:cNvPr id="5" name="text-53">
            <a:extLst xmlns:a="http://schemas.openxmlformats.org/drawingml/2006/main">
              <a:ext uri="{FF2B5EF4-FFF2-40B4-BE49-F238E27FC236}">
                <a16:creationId xmlns:a16="http://schemas.microsoft.com/office/drawing/2014/main" id="{EB36FADF-29B4-4E4F-9580-0E25AF3ADB91}"/>
              </a:ext>
            </a:extLst>
          </p:cNvPr>
          <p:cNvSpPr>
            <a:spLocks xmlns:a="http://schemas.openxmlformats.org/drawingml/2006/main" noGrp="1"/>
          </p:cNvSpPr>
          <p:nvPr/>
        </p:nvSpPr>
        <p:spPr>
          <a:xfrm xmlns:a="http://schemas.openxmlformats.org/drawingml/2006/main">
            <a:off x="381000" y="121920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20 → TCP/80 tới 203.162.4.1</a:t>
            </a:r>
          </a:p>
        </p:txBody>
      </p:sp>
      <p:pic>
        <p:nvPicPr>
          <p:cNvPr id="6" name="">
            <a:extLst xmlns:a="http://schemas.openxmlformats.org/drawingml/2006/main">
              <a:ext uri="{FF2B5EF4-FFF2-40B4-BE49-F238E27FC236}">
                <a16:creationId xmlns:a16="http://schemas.microsoft.com/office/drawing/2014/main" id="{1960B9BA-7D05-4720-8FF3-A7A8FF1F399C}"/>
              </a:ext>
            </a:extLst>
          </p:cNvPr>
          <p:cNvPicPr>
            <a:picLocks xmlns:a="http://schemas.openxmlformats.org/drawingml/2006/main" noChangeAspect="1"/>
          </p:cNvPicPr>
          <p:nvPr/>
        </p:nvPicPr>
        <p:blipFill>
          <a:blip xmlns:r="http://schemas.openxmlformats.org/officeDocument/2006/relationships" xmlns:a="http://schemas.openxmlformats.org/drawingml/2006/main" r:embed="R5640b0fc805f440f"/>
          <a:stretch xmlns:a="http://schemas.openxmlformats.org/drawingml/2006/main"/>
        </p:blipFill>
        <p:spPr>
          <a:xfrm xmlns:a="http://schemas.openxmlformats.org/drawingml/2006/main">
            <a:off x="398522" y="1609725"/>
            <a:ext cx="11394955" cy="2143125"/>
          </a:xfrm>
          <a:prstGeom xmlns:a="http://schemas.openxmlformats.org/drawingml/2006/main" prst="rect">
            <a:avLst/>
          </a:prstGeom>
        </p:spPr>
      </p:pic>
      <p:sp>
        <p:nvSpPr>
          <p:cNvPr id="7" name="text-54">
            <a:extLst xmlns:a="http://schemas.openxmlformats.org/drawingml/2006/main">
              <a:ext uri="{FF2B5EF4-FFF2-40B4-BE49-F238E27FC236}">
                <a16:creationId xmlns:a16="http://schemas.microsoft.com/office/drawing/2014/main" id="{5AA4FE64-1066-4459-BE5D-51FE366564C8}"/>
              </a:ext>
            </a:extLst>
          </p:cNvPr>
          <p:cNvSpPr>
            <a:spLocks xmlns:a="http://schemas.openxmlformats.org/drawingml/2006/main" noGrp="1"/>
          </p:cNvSpPr>
          <p:nvPr/>
        </p:nvSpPr>
        <p:spPr>
          <a:xfrm xmlns:a="http://schemas.openxmlformats.org/drawingml/2006/main">
            <a:off x="381000" y="38766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30 → ICMP tới 203.162.4.1</a:t>
            </a:r>
          </a:p>
        </p:txBody>
      </p:sp>
      <p:pic>
        <p:nvPicPr>
          <p:cNvPr id="8" name="">
            <a:extLst xmlns:a="http://schemas.openxmlformats.org/drawingml/2006/main">
              <a:ext uri="{FF2B5EF4-FFF2-40B4-BE49-F238E27FC236}">
                <a16:creationId xmlns:a16="http://schemas.microsoft.com/office/drawing/2014/main" id="{589CDA72-372A-40AD-9C91-C92C2AD768CF}"/>
              </a:ext>
            </a:extLst>
          </p:cNvPr>
          <p:cNvPicPr>
            <a:picLocks xmlns:a="http://schemas.openxmlformats.org/drawingml/2006/main" noChangeAspect="1"/>
          </p:cNvPicPr>
          <p:nvPr/>
        </p:nvPicPr>
        <p:blipFill>
          <a:blip xmlns:r="http://schemas.openxmlformats.org/officeDocument/2006/relationships" xmlns:a="http://schemas.openxmlformats.org/drawingml/2006/main" r:embed="R24b9fc422e4e4875"/>
          <a:stretch xmlns:a="http://schemas.openxmlformats.org/drawingml/2006/main"/>
        </p:blipFill>
        <p:spPr>
          <a:xfrm xmlns:a="http://schemas.openxmlformats.org/drawingml/2006/main">
            <a:off x="381000" y="4323885"/>
            <a:ext cx="11430000" cy="1658280"/>
          </a:xfrm>
          <a:prstGeom xmlns:a="http://schemas.openxmlformats.org/drawingml/2006/main" prst="rect">
            <a:avLst/>
          </a:prstGeom>
        </p:spPr>
      </p:pic>
    </p:spTree>
    <p:extLst>
      <p:ext uri="{BB962C8B-B14F-4D97-AF65-F5344CB8AC3E}">
        <p14:creationId xmlns:p14="http://schemas.microsoft.com/office/powerpoint/2010/main" val="20656390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5">
            <a:extLst xmlns:a="http://schemas.openxmlformats.org/drawingml/2006/main">
              <a:ext uri="{FF2B5EF4-FFF2-40B4-BE49-F238E27FC236}">
                <a16:creationId xmlns:a16="http://schemas.microsoft.com/office/drawing/2014/main" id="{F40596FD-6B4B-49F1-974C-4F25183CCEA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56">
            <a:extLst xmlns:a="http://schemas.openxmlformats.org/drawingml/2006/main">
              <a:ext uri="{FF2B5EF4-FFF2-40B4-BE49-F238E27FC236}">
                <a16:creationId xmlns:a16="http://schemas.microsoft.com/office/drawing/2014/main" id="{F43630FA-BE01-4EED-89DD-12EABF798DED}"/>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chiếu denied và permitted trong System Logs</a:t>
            </a:r>
          </a:p>
        </p:txBody>
      </p:sp>
      <p:sp>
        <p:nvSpPr>
          <p:cNvPr id="3" name="text-57">
            <a:extLst xmlns:a="http://schemas.openxmlformats.org/drawingml/2006/main">
              <a:ext uri="{FF2B5EF4-FFF2-40B4-BE49-F238E27FC236}">
                <a16:creationId xmlns:a16="http://schemas.microsoft.com/office/drawing/2014/main" id="{89AE380A-0A75-4D0A-B331-D70996BBEA3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Nhật ký ghi tên ACL, giao thức, IP nguồn, IP đích và quyết định xử lý.</a:t>
            </a:r>
          </a:p>
        </p:txBody>
      </p:sp>
      <p:sp>
        <p:nvSpPr>
          <p:cNvPr id="4" name="text-58">
            <a:extLst xmlns:a="http://schemas.openxmlformats.org/drawingml/2006/main">
              <a:ext uri="{FF2B5EF4-FFF2-40B4-BE49-F238E27FC236}">
                <a16:creationId xmlns:a16="http://schemas.microsoft.com/office/drawing/2014/main" id="{1DD19AD3-EF97-4C19-BE57-9CB81C0947DF}"/>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13</a:t>
            </a:r>
          </a:p>
        </p:txBody>
      </p:sp>
      <p:pic>
        <p:nvPicPr>
          <p:cNvPr id="5" name="">
            <a:extLst xmlns:a="http://schemas.openxmlformats.org/drawingml/2006/main">
              <a:ext uri="{FF2B5EF4-FFF2-40B4-BE49-F238E27FC236}">
                <a16:creationId xmlns:a16="http://schemas.microsoft.com/office/drawing/2014/main" id="{79279F52-7EF0-4ED2-9C86-7E260B97F9A4}"/>
              </a:ext>
            </a:extLst>
          </p:cNvPr>
          <p:cNvPicPr>
            <a:picLocks xmlns:a="http://schemas.openxmlformats.org/drawingml/2006/main" noChangeAspect="1"/>
          </p:cNvPicPr>
          <p:nvPr/>
        </p:nvPicPr>
        <p:blipFill>
          <a:blip xmlns:r="http://schemas.openxmlformats.org/officeDocument/2006/relationships" xmlns:a="http://schemas.openxmlformats.org/drawingml/2006/main" r:embed="R03815c0d5f0b4af3"/>
          <a:stretch xmlns:a="http://schemas.openxmlformats.org/drawingml/2006/main"/>
        </p:blipFill>
        <p:spPr>
          <a:xfrm xmlns:a="http://schemas.openxmlformats.org/drawingml/2006/main">
            <a:off x="381000" y="2345329"/>
            <a:ext cx="11430000" cy="2595966"/>
          </a:xfrm>
          <a:prstGeom xmlns:a="http://schemas.openxmlformats.org/drawingml/2006/main" prst="rect">
            <a:avLst/>
          </a:prstGeom>
        </p:spPr>
      </p:pic>
    </p:spTree>
    <p:extLst>
      <p:ext uri="{BB962C8B-B14F-4D97-AF65-F5344CB8AC3E}">
        <p14:creationId xmlns:p14="http://schemas.microsoft.com/office/powerpoint/2010/main" val="18254551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2026-10-09T07:28:09.1440000Z</dcterms:created>
  <dcterms:modified xsi:type="dcterms:W3CDTF">2026-10-09T07:28:09.1450000Z</dcterms:modified>
</coreProperties>
</file>